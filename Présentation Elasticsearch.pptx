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3" r:id="rId8"/>
    <p:sldId id="264" r:id="rId9"/>
    <p:sldId id="267" r:id="rId10"/>
    <p:sldId id="268" r:id="rId11"/>
    <p:sldId id="265" r:id="rId12"/>
    <p:sldId id="266" r:id="rId13"/>
    <p:sldId id="262" r:id="rId14"/>
    <p:sldId id="282" r:id="rId15"/>
    <p:sldId id="279" r:id="rId16"/>
    <p:sldId id="275" r:id="rId17"/>
    <p:sldId id="276" r:id="rId18"/>
    <p:sldId id="277" r:id="rId19"/>
    <p:sldId id="278" r:id="rId20"/>
    <p:sldId id="283" r:id="rId21"/>
    <p:sldId id="284" r:id="rId22"/>
    <p:sldId id="280" r:id="rId23"/>
    <p:sldId id="270" r:id="rId24"/>
    <p:sldId id="287" r:id="rId25"/>
    <p:sldId id="281" r:id="rId26"/>
    <p:sldId id="272" r:id="rId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095571-4D85-4AB8-B4D0-6442D36C14EF}" v="168" dt="2025-10-21T12:42:53.9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087" autoAdjust="0"/>
  </p:normalViewPr>
  <p:slideViewPr>
    <p:cSldViewPr snapToGrid="0">
      <p:cViewPr varScale="1">
        <p:scale>
          <a:sx n="70" d="100"/>
          <a:sy n="70" d="100"/>
        </p:scale>
        <p:origin x="5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rphée ADYA MOAPA" userId="81f85e27-801d-4dd2-909d-f392fe900ae8" providerId="ADAL" clId="{8CFAA1D6-4BBE-4A48-9011-8EB5BD602B4A}"/>
    <pc:docChg chg="undo custSel addSld delSld modSld sldOrd">
      <pc:chgData name="Orphée ADYA MOAPA" userId="81f85e27-801d-4dd2-909d-f392fe900ae8" providerId="ADAL" clId="{8CFAA1D6-4BBE-4A48-9011-8EB5BD602B4A}" dt="2025-10-21T12:42:53.994" v="9405" actId="27636"/>
      <pc:docMkLst>
        <pc:docMk/>
      </pc:docMkLst>
      <pc:sldChg chg="addSp delSp modSp new mod setBg addAnim delAnim setClrOvrMap">
        <pc:chgData name="Orphée ADYA MOAPA" userId="81f85e27-801d-4dd2-909d-f392fe900ae8" providerId="ADAL" clId="{8CFAA1D6-4BBE-4A48-9011-8EB5BD602B4A}" dt="2025-10-19T01:53:13.923" v="821" actId="20577"/>
        <pc:sldMkLst>
          <pc:docMk/>
          <pc:sldMk cId="1723326575" sldId="256"/>
        </pc:sldMkLst>
        <pc:spChg chg="mod">
          <ac:chgData name="Orphée ADYA MOAPA" userId="81f85e27-801d-4dd2-909d-f392fe900ae8" providerId="ADAL" clId="{8CFAA1D6-4BBE-4A48-9011-8EB5BD602B4A}" dt="2025-10-19T01:53:13.923" v="821" actId="20577"/>
          <ac:spMkLst>
            <pc:docMk/>
            <pc:sldMk cId="1723326575" sldId="256"/>
            <ac:spMk id="2" creationId="{6105341A-E78F-3726-902D-79AEB667E22A}"/>
          </ac:spMkLst>
        </pc:spChg>
        <pc:spChg chg="add">
          <ac:chgData name="Orphée ADYA MOAPA" userId="81f85e27-801d-4dd2-909d-f392fe900ae8" providerId="ADAL" clId="{8CFAA1D6-4BBE-4A48-9011-8EB5BD602B4A}" dt="2025-10-19T01:53:08.692" v="819" actId="26606"/>
          <ac:spMkLst>
            <pc:docMk/>
            <pc:sldMk cId="1723326575" sldId="256"/>
            <ac:spMk id="49" creationId="{0E30439A-8A5B-46EC-8283-9B6B031D40D0}"/>
          </ac:spMkLst>
        </pc:spChg>
        <pc:spChg chg="add">
          <ac:chgData name="Orphée ADYA MOAPA" userId="81f85e27-801d-4dd2-909d-f392fe900ae8" providerId="ADAL" clId="{8CFAA1D6-4BBE-4A48-9011-8EB5BD602B4A}" dt="2025-10-19T01:53:08.692" v="819" actId="26606"/>
          <ac:spMkLst>
            <pc:docMk/>
            <pc:sldMk cId="1723326575" sldId="256"/>
            <ac:spMk id="52" creationId="{730D8B3B-9B80-4025-B934-26DC7D7CD231}"/>
          </ac:spMkLst>
        </pc:spChg>
        <pc:spChg chg="add">
          <ac:chgData name="Orphée ADYA MOAPA" userId="81f85e27-801d-4dd2-909d-f392fe900ae8" providerId="ADAL" clId="{8CFAA1D6-4BBE-4A48-9011-8EB5BD602B4A}" dt="2025-10-19T01:53:08.692" v="819" actId="26606"/>
          <ac:spMkLst>
            <pc:docMk/>
            <pc:sldMk cId="1723326575" sldId="256"/>
            <ac:spMk id="53" creationId="{B5A1B09C-1565-46F8-B70F-621C5EB48A09}"/>
          </ac:spMkLst>
        </pc:spChg>
        <pc:spChg chg="add">
          <ac:chgData name="Orphée ADYA MOAPA" userId="81f85e27-801d-4dd2-909d-f392fe900ae8" providerId="ADAL" clId="{8CFAA1D6-4BBE-4A48-9011-8EB5BD602B4A}" dt="2025-10-19T01:53:08.692" v="819" actId="26606"/>
          <ac:spMkLst>
            <pc:docMk/>
            <pc:sldMk cId="1723326575" sldId="256"/>
            <ac:spMk id="54" creationId="{8C516CC8-80AC-446C-A56E-9F54B7210402}"/>
          </ac:spMkLst>
        </pc:spChg>
        <pc:spChg chg="add">
          <ac:chgData name="Orphée ADYA MOAPA" userId="81f85e27-801d-4dd2-909d-f392fe900ae8" providerId="ADAL" clId="{8CFAA1D6-4BBE-4A48-9011-8EB5BD602B4A}" dt="2025-10-19T01:53:08.692" v="819" actId="26606"/>
          <ac:spMkLst>
            <pc:docMk/>
            <pc:sldMk cId="1723326575" sldId="256"/>
            <ac:spMk id="55" creationId="{53947E58-F088-49F1-A3D1-DEA690192E84}"/>
          </ac:spMkLst>
        </pc:spChg>
      </pc:sldChg>
      <pc:sldChg chg="addSp delSp modSp new mod setBg">
        <pc:chgData name="Orphée ADYA MOAPA" userId="81f85e27-801d-4dd2-909d-f392fe900ae8" providerId="ADAL" clId="{8CFAA1D6-4BBE-4A48-9011-8EB5BD602B4A}" dt="2025-10-19T23:32:20.290" v="8289" actId="20577"/>
        <pc:sldMkLst>
          <pc:docMk/>
          <pc:sldMk cId="96490293" sldId="257"/>
        </pc:sldMkLst>
        <pc:spChg chg="mod">
          <ac:chgData name="Orphée ADYA MOAPA" userId="81f85e27-801d-4dd2-909d-f392fe900ae8" providerId="ADAL" clId="{8CFAA1D6-4BBE-4A48-9011-8EB5BD602B4A}" dt="2025-10-19T01:53:33.447" v="823" actId="26606"/>
          <ac:spMkLst>
            <pc:docMk/>
            <pc:sldMk cId="96490293" sldId="257"/>
            <ac:spMk id="2" creationId="{9493C40F-3A73-AC94-088F-F52828A4A26E}"/>
          </ac:spMkLst>
        </pc:spChg>
        <pc:spChg chg="add mod">
          <ac:chgData name="Orphée ADYA MOAPA" userId="81f85e27-801d-4dd2-909d-f392fe900ae8" providerId="ADAL" clId="{8CFAA1D6-4BBE-4A48-9011-8EB5BD602B4A}" dt="2025-10-19T23:32:20.290" v="8289" actId="20577"/>
          <ac:spMkLst>
            <pc:docMk/>
            <pc:sldMk cId="96490293" sldId="257"/>
            <ac:spMk id="25" creationId="{827B6423-11AC-ED61-914E-7AE88E1B34E4}"/>
          </ac:spMkLst>
        </pc:spChg>
        <pc:spChg chg="add">
          <ac:chgData name="Orphée ADYA MOAPA" userId="81f85e27-801d-4dd2-909d-f392fe900ae8" providerId="ADAL" clId="{8CFAA1D6-4BBE-4A48-9011-8EB5BD602B4A}" dt="2025-10-19T01:53:33.447" v="823" actId="26606"/>
          <ac:spMkLst>
            <pc:docMk/>
            <pc:sldMk cId="96490293" sldId="257"/>
            <ac:spMk id="79" creationId="{1B15ED52-F352-441B-82BF-E0EA34836D08}"/>
          </ac:spMkLst>
        </pc:spChg>
        <pc:spChg chg="add">
          <ac:chgData name="Orphée ADYA MOAPA" userId="81f85e27-801d-4dd2-909d-f392fe900ae8" providerId="ADAL" clId="{8CFAA1D6-4BBE-4A48-9011-8EB5BD602B4A}" dt="2025-10-19T01:53:33.447" v="823" actId="26606"/>
          <ac:spMkLst>
            <pc:docMk/>
            <pc:sldMk cId="96490293" sldId="257"/>
            <ac:spMk id="81" creationId="{3B2E3793-BFE6-45A2-9B7B-E18844431C99}"/>
          </ac:spMkLst>
        </pc:spChg>
      </pc:sldChg>
      <pc:sldChg chg="addSp delSp modSp new mod setBg">
        <pc:chgData name="Orphée ADYA MOAPA" userId="81f85e27-801d-4dd2-909d-f392fe900ae8" providerId="ADAL" clId="{8CFAA1D6-4BBE-4A48-9011-8EB5BD602B4A}" dt="2025-10-19T13:39:38.961" v="3974" actId="255"/>
        <pc:sldMkLst>
          <pc:docMk/>
          <pc:sldMk cId="3214765530" sldId="258"/>
        </pc:sldMkLst>
        <pc:spChg chg="mod ord">
          <ac:chgData name="Orphée ADYA MOAPA" userId="81f85e27-801d-4dd2-909d-f392fe900ae8" providerId="ADAL" clId="{8CFAA1D6-4BBE-4A48-9011-8EB5BD602B4A}" dt="2025-10-19T12:27:18.293" v="2982" actId="20577"/>
          <ac:spMkLst>
            <pc:docMk/>
            <pc:sldMk cId="3214765530" sldId="258"/>
            <ac:spMk id="2" creationId="{E2CF9ADF-9CB2-1A6B-BF4B-121784246BBF}"/>
          </ac:spMkLst>
        </pc:spChg>
        <pc:spChg chg="add mod">
          <ac:chgData name="Orphée ADYA MOAPA" userId="81f85e27-801d-4dd2-909d-f392fe900ae8" providerId="ADAL" clId="{8CFAA1D6-4BBE-4A48-9011-8EB5BD602B4A}" dt="2025-10-19T13:39:38.961" v="3974" actId="255"/>
          <ac:spMkLst>
            <pc:docMk/>
            <pc:sldMk cId="3214765530" sldId="258"/>
            <ac:spMk id="3" creationId="{08FDC861-FD51-D39D-1487-A58FD62EE30A}"/>
          </ac:spMkLst>
        </pc:spChg>
        <pc:spChg chg="add">
          <ac:chgData name="Orphée ADYA MOAPA" userId="81f85e27-801d-4dd2-909d-f392fe900ae8" providerId="ADAL" clId="{8CFAA1D6-4BBE-4A48-9011-8EB5BD602B4A}" dt="2025-10-19T01:51:50.805" v="796" actId="26606"/>
          <ac:spMkLst>
            <pc:docMk/>
            <pc:sldMk cId="3214765530" sldId="258"/>
            <ac:spMk id="61" creationId="{91E5A9A7-95C6-4F4F-B00E-C82E07FE62EF}"/>
          </ac:spMkLst>
        </pc:spChg>
        <pc:spChg chg="add">
          <ac:chgData name="Orphée ADYA MOAPA" userId="81f85e27-801d-4dd2-909d-f392fe900ae8" providerId="ADAL" clId="{8CFAA1D6-4BBE-4A48-9011-8EB5BD602B4A}" dt="2025-10-19T01:51:50.805" v="796" actId="26606"/>
          <ac:spMkLst>
            <pc:docMk/>
            <pc:sldMk cId="3214765530" sldId="258"/>
            <ac:spMk id="62" creationId="{A8384FB5-9ADC-4DDC-881B-597D56F5B15D}"/>
          </ac:spMkLst>
        </pc:spChg>
        <pc:spChg chg="add">
          <ac:chgData name="Orphée ADYA MOAPA" userId="81f85e27-801d-4dd2-909d-f392fe900ae8" providerId="ADAL" clId="{8CFAA1D6-4BBE-4A48-9011-8EB5BD602B4A}" dt="2025-10-19T01:51:50.805" v="796" actId="26606"/>
          <ac:spMkLst>
            <pc:docMk/>
            <pc:sldMk cId="3214765530" sldId="258"/>
            <ac:spMk id="63" creationId="{D07DD2DE-F619-49DD-B5E7-03A290FF4ED1}"/>
          </ac:spMkLst>
        </pc:spChg>
        <pc:spChg chg="add">
          <ac:chgData name="Orphée ADYA MOAPA" userId="81f85e27-801d-4dd2-909d-f392fe900ae8" providerId="ADAL" clId="{8CFAA1D6-4BBE-4A48-9011-8EB5BD602B4A}" dt="2025-10-19T01:51:50.805" v="796" actId="26606"/>
          <ac:spMkLst>
            <pc:docMk/>
            <pc:sldMk cId="3214765530" sldId="258"/>
            <ac:spMk id="65" creationId="{85149191-5F60-4A28-AAFF-039F96B0F3EC}"/>
          </ac:spMkLst>
        </pc:spChg>
        <pc:spChg chg="add">
          <ac:chgData name="Orphée ADYA MOAPA" userId="81f85e27-801d-4dd2-909d-f392fe900ae8" providerId="ADAL" clId="{8CFAA1D6-4BBE-4A48-9011-8EB5BD602B4A}" dt="2025-10-19T01:51:50.805" v="796" actId="26606"/>
          <ac:spMkLst>
            <pc:docMk/>
            <pc:sldMk cId="3214765530" sldId="258"/>
            <ac:spMk id="67" creationId="{F8260ED5-17F7-4158-B241-D51DD4CF1B7E}"/>
          </ac:spMkLst>
        </pc:spChg>
        <pc:picChg chg="add mod">
          <ac:chgData name="Orphée ADYA MOAPA" userId="81f85e27-801d-4dd2-909d-f392fe900ae8" providerId="ADAL" clId="{8CFAA1D6-4BBE-4A48-9011-8EB5BD602B4A}" dt="2025-10-19T13:39:25.125" v="3972" actId="14100"/>
          <ac:picMkLst>
            <pc:docMk/>
            <pc:sldMk cId="3214765530" sldId="258"/>
            <ac:picMk id="5" creationId="{B897BD17-3FEC-65FD-C65E-F24C0B1B46DA}"/>
          </ac:picMkLst>
        </pc:picChg>
      </pc:sldChg>
      <pc:sldChg chg="addSp modSp new mod ord setBg">
        <pc:chgData name="Orphée ADYA MOAPA" userId="81f85e27-801d-4dd2-909d-f392fe900ae8" providerId="ADAL" clId="{8CFAA1D6-4BBE-4A48-9011-8EB5BD602B4A}" dt="2025-10-19T16:33:14.625" v="6490" actId="20577"/>
        <pc:sldMkLst>
          <pc:docMk/>
          <pc:sldMk cId="1616949096" sldId="259"/>
        </pc:sldMkLst>
        <pc:spChg chg="mod">
          <ac:chgData name="Orphée ADYA MOAPA" userId="81f85e27-801d-4dd2-909d-f392fe900ae8" providerId="ADAL" clId="{8CFAA1D6-4BBE-4A48-9011-8EB5BD602B4A}" dt="2025-10-19T02:15:24.348" v="1070" actId="20577"/>
          <ac:spMkLst>
            <pc:docMk/>
            <pc:sldMk cId="1616949096" sldId="259"/>
            <ac:spMk id="2" creationId="{38342213-3EF9-F236-6A21-F746F174E533}"/>
          </ac:spMkLst>
        </pc:spChg>
        <pc:spChg chg="mod">
          <ac:chgData name="Orphée ADYA MOAPA" userId="81f85e27-801d-4dd2-909d-f392fe900ae8" providerId="ADAL" clId="{8CFAA1D6-4BBE-4A48-9011-8EB5BD602B4A}" dt="2025-10-19T16:33:14.625" v="6490" actId="20577"/>
          <ac:spMkLst>
            <pc:docMk/>
            <pc:sldMk cId="1616949096" sldId="259"/>
            <ac:spMk id="3" creationId="{57A351F8-3C4B-6FA1-4230-DE86F634B643}"/>
          </ac:spMkLst>
        </pc:spChg>
        <pc:spChg chg="add">
          <ac:chgData name="Orphée ADYA MOAPA" userId="81f85e27-801d-4dd2-909d-f392fe900ae8" providerId="ADAL" clId="{8CFAA1D6-4BBE-4A48-9011-8EB5BD602B4A}" dt="2025-10-19T01:58:58.017" v="862" actId="26606"/>
          <ac:spMkLst>
            <pc:docMk/>
            <pc:sldMk cId="1616949096" sldId="259"/>
            <ac:spMk id="8" creationId="{1B15ED52-F352-441B-82BF-E0EA34836D08}"/>
          </ac:spMkLst>
        </pc:spChg>
        <pc:spChg chg="add">
          <ac:chgData name="Orphée ADYA MOAPA" userId="81f85e27-801d-4dd2-909d-f392fe900ae8" providerId="ADAL" clId="{8CFAA1D6-4BBE-4A48-9011-8EB5BD602B4A}" dt="2025-10-19T01:58:58.017" v="862" actId="26606"/>
          <ac:spMkLst>
            <pc:docMk/>
            <pc:sldMk cId="1616949096" sldId="259"/>
            <ac:spMk id="10" creationId="{3B2E3793-BFE6-45A2-9B7B-E18844431C99}"/>
          </ac:spMkLst>
        </pc:spChg>
        <pc:spChg chg="add">
          <ac:chgData name="Orphée ADYA MOAPA" userId="81f85e27-801d-4dd2-909d-f392fe900ae8" providerId="ADAL" clId="{8CFAA1D6-4BBE-4A48-9011-8EB5BD602B4A}" dt="2025-10-19T01:58:58.017" v="862" actId="26606"/>
          <ac:spMkLst>
            <pc:docMk/>
            <pc:sldMk cId="1616949096" sldId="259"/>
            <ac:spMk id="12" creationId="{BC4C4868-CB8F-4AF9-9CDB-8108F2C19B67}"/>
          </ac:spMkLst>
        </pc:spChg>
        <pc:spChg chg="add">
          <ac:chgData name="Orphée ADYA MOAPA" userId="81f85e27-801d-4dd2-909d-f392fe900ae8" providerId="ADAL" clId="{8CFAA1D6-4BBE-4A48-9011-8EB5BD602B4A}" dt="2025-10-19T01:58:58.017" v="862" actId="26606"/>
          <ac:spMkLst>
            <pc:docMk/>
            <pc:sldMk cId="1616949096" sldId="259"/>
            <ac:spMk id="14" creationId="{375E0459-6403-40CD-989D-56A4407CA12E}"/>
          </ac:spMkLst>
        </pc:spChg>
        <pc:spChg chg="add">
          <ac:chgData name="Orphée ADYA MOAPA" userId="81f85e27-801d-4dd2-909d-f392fe900ae8" providerId="ADAL" clId="{8CFAA1D6-4BBE-4A48-9011-8EB5BD602B4A}" dt="2025-10-19T01:58:58.017" v="862" actId="26606"/>
          <ac:spMkLst>
            <pc:docMk/>
            <pc:sldMk cId="1616949096" sldId="259"/>
            <ac:spMk id="16" creationId="{53E5B1A8-3AC9-4BD1-9BBC-78CA94F2D1BA}"/>
          </ac:spMkLst>
        </pc:spChg>
      </pc:sldChg>
      <pc:sldChg chg="addSp delSp modSp new mod ord setBg">
        <pc:chgData name="Orphée ADYA MOAPA" userId="81f85e27-801d-4dd2-909d-f392fe900ae8" providerId="ADAL" clId="{8CFAA1D6-4BBE-4A48-9011-8EB5BD602B4A}" dt="2025-10-19T22:49:03.006" v="8134" actId="1076"/>
        <pc:sldMkLst>
          <pc:docMk/>
          <pc:sldMk cId="2921801403" sldId="260"/>
        </pc:sldMkLst>
        <pc:spChg chg="mod">
          <ac:chgData name="Orphée ADYA MOAPA" userId="81f85e27-801d-4dd2-909d-f392fe900ae8" providerId="ADAL" clId="{8CFAA1D6-4BBE-4A48-9011-8EB5BD602B4A}" dt="2025-10-19T12:27:58.445" v="2988" actId="255"/>
          <ac:spMkLst>
            <pc:docMk/>
            <pc:sldMk cId="2921801403" sldId="260"/>
            <ac:spMk id="2" creationId="{C9B2BD38-1FFE-9427-6D53-3C85F49BEA40}"/>
          </ac:spMkLst>
        </pc:spChg>
        <pc:spChg chg="add mod">
          <ac:chgData name="Orphée ADYA MOAPA" userId="81f85e27-801d-4dd2-909d-f392fe900ae8" providerId="ADAL" clId="{8CFAA1D6-4BBE-4A48-9011-8EB5BD602B4A}" dt="2025-10-19T22:48:54.073" v="8133" actId="1076"/>
          <ac:spMkLst>
            <pc:docMk/>
            <pc:sldMk cId="2921801403" sldId="260"/>
            <ac:spMk id="3" creationId="{EBD9E53E-9DE3-9756-CDAB-753A048D8231}"/>
          </ac:spMkLst>
        </pc:spChg>
        <pc:spChg chg="add">
          <ac:chgData name="Orphée ADYA MOAPA" userId="81f85e27-801d-4dd2-909d-f392fe900ae8" providerId="ADAL" clId="{8CFAA1D6-4BBE-4A48-9011-8EB5BD602B4A}" dt="2025-10-19T03:19:32.580" v="1982" actId="26606"/>
          <ac:spMkLst>
            <pc:docMk/>
            <pc:sldMk cId="2921801403" sldId="260"/>
            <ac:spMk id="23" creationId="{A8384FB5-9ADC-4DDC-881B-597D56F5B15D}"/>
          </ac:spMkLst>
        </pc:spChg>
        <pc:spChg chg="add">
          <ac:chgData name="Orphée ADYA MOAPA" userId="81f85e27-801d-4dd2-909d-f392fe900ae8" providerId="ADAL" clId="{8CFAA1D6-4BBE-4A48-9011-8EB5BD602B4A}" dt="2025-10-19T03:19:32.580" v="1982" actId="26606"/>
          <ac:spMkLst>
            <pc:docMk/>
            <pc:sldMk cId="2921801403" sldId="260"/>
            <ac:spMk id="25" creationId="{91E5A9A7-95C6-4F4F-B00E-C82E07FE62EF}"/>
          </ac:spMkLst>
        </pc:spChg>
        <pc:spChg chg="add">
          <ac:chgData name="Orphée ADYA MOAPA" userId="81f85e27-801d-4dd2-909d-f392fe900ae8" providerId="ADAL" clId="{8CFAA1D6-4BBE-4A48-9011-8EB5BD602B4A}" dt="2025-10-19T03:19:32.580" v="1982" actId="26606"/>
          <ac:spMkLst>
            <pc:docMk/>
            <pc:sldMk cId="2921801403" sldId="260"/>
            <ac:spMk id="27" creationId="{D07DD2DE-F619-49DD-B5E7-03A290FF4ED1}"/>
          </ac:spMkLst>
        </pc:spChg>
        <pc:spChg chg="add">
          <ac:chgData name="Orphée ADYA MOAPA" userId="81f85e27-801d-4dd2-909d-f392fe900ae8" providerId="ADAL" clId="{8CFAA1D6-4BBE-4A48-9011-8EB5BD602B4A}" dt="2025-10-19T03:19:32.580" v="1982" actId="26606"/>
          <ac:spMkLst>
            <pc:docMk/>
            <pc:sldMk cId="2921801403" sldId="260"/>
            <ac:spMk id="29" creationId="{85149191-5F60-4A28-AAFF-039F96B0F3EC}"/>
          </ac:spMkLst>
        </pc:spChg>
        <pc:spChg chg="add">
          <ac:chgData name="Orphée ADYA MOAPA" userId="81f85e27-801d-4dd2-909d-f392fe900ae8" providerId="ADAL" clId="{8CFAA1D6-4BBE-4A48-9011-8EB5BD602B4A}" dt="2025-10-19T03:19:32.580" v="1982" actId="26606"/>
          <ac:spMkLst>
            <pc:docMk/>
            <pc:sldMk cId="2921801403" sldId="260"/>
            <ac:spMk id="31" creationId="{F8260ED5-17F7-4158-B241-D51DD4CF1B7E}"/>
          </ac:spMkLst>
        </pc:spChg>
        <pc:picChg chg="add mod">
          <ac:chgData name="Orphée ADYA MOAPA" userId="81f85e27-801d-4dd2-909d-f392fe900ae8" providerId="ADAL" clId="{8CFAA1D6-4BBE-4A48-9011-8EB5BD602B4A}" dt="2025-10-19T22:49:03.006" v="8134" actId="1076"/>
          <ac:picMkLst>
            <pc:docMk/>
            <pc:sldMk cId="2921801403" sldId="260"/>
            <ac:picMk id="7" creationId="{599D08FB-92CC-EF31-B1E5-204DBF2F3156}"/>
          </ac:picMkLst>
        </pc:picChg>
      </pc:sldChg>
      <pc:sldChg chg="new del">
        <pc:chgData name="Orphée ADYA MOAPA" userId="81f85e27-801d-4dd2-909d-f392fe900ae8" providerId="ADAL" clId="{8CFAA1D6-4BBE-4A48-9011-8EB5BD602B4A}" dt="2025-10-19T03:02:58.615" v="1813" actId="680"/>
        <pc:sldMkLst>
          <pc:docMk/>
          <pc:sldMk cId="1307221163" sldId="261"/>
        </pc:sldMkLst>
      </pc:sldChg>
      <pc:sldChg chg="addSp delSp modSp new mod setBg">
        <pc:chgData name="Orphée ADYA MOAPA" userId="81f85e27-801d-4dd2-909d-f392fe900ae8" providerId="ADAL" clId="{8CFAA1D6-4BBE-4A48-9011-8EB5BD602B4A}" dt="2025-10-19T13:53:35.263" v="3989" actId="255"/>
        <pc:sldMkLst>
          <pc:docMk/>
          <pc:sldMk cId="1595640671" sldId="261"/>
        </pc:sldMkLst>
        <pc:spChg chg="mod">
          <ac:chgData name="Orphée ADYA MOAPA" userId="81f85e27-801d-4dd2-909d-f392fe900ae8" providerId="ADAL" clId="{8CFAA1D6-4BBE-4A48-9011-8EB5BD602B4A}" dt="2025-10-19T12:32:55.179" v="3001" actId="20577"/>
          <ac:spMkLst>
            <pc:docMk/>
            <pc:sldMk cId="1595640671" sldId="261"/>
            <ac:spMk id="2" creationId="{B244B42C-276F-7CFF-6885-01B40C4BF45A}"/>
          </ac:spMkLst>
        </pc:spChg>
        <pc:spChg chg="add mod">
          <ac:chgData name="Orphée ADYA MOAPA" userId="81f85e27-801d-4dd2-909d-f392fe900ae8" providerId="ADAL" clId="{8CFAA1D6-4BBE-4A48-9011-8EB5BD602B4A}" dt="2025-10-19T13:53:35.263" v="3989" actId="255"/>
          <ac:spMkLst>
            <pc:docMk/>
            <pc:sldMk cId="1595640671" sldId="261"/>
            <ac:spMk id="3" creationId="{1339B49C-08D3-FBAE-EACE-8DBC3C5885B4}"/>
          </ac:spMkLst>
        </pc:spChg>
        <pc:spChg chg="add">
          <ac:chgData name="Orphée ADYA MOAPA" userId="81f85e27-801d-4dd2-909d-f392fe900ae8" providerId="ADAL" clId="{8CFAA1D6-4BBE-4A48-9011-8EB5BD602B4A}" dt="2025-10-19T03:19:14.365" v="1981" actId="26606"/>
          <ac:spMkLst>
            <pc:docMk/>
            <pc:sldMk cId="1595640671" sldId="261"/>
            <ac:spMk id="32" creationId="{A8384FB5-9ADC-4DDC-881B-597D56F5B15D}"/>
          </ac:spMkLst>
        </pc:spChg>
        <pc:spChg chg="add">
          <ac:chgData name="Orphée ADYA MOAPA" userId="81f85e27-801d-4dd2-909d-f392fe900ae8" providerId="ADAL" clId="{8CFAA1D6-4BBE-4A48-9011-8EB5BD602B4A}" dt="2025-10-19T03:19:14.365" v="1981" actId="26606"/>
          <ac:spMkLst>
            <pc:docMk/>
            <pc:sldMk cId="1595640671" sldId="261"/>
            <ac:spMk id="34" creationId="{91E5A9A7-95C6-4F4F-B00E-C82E07FE62EF}"/>
          </ac:spMkLst>
        </pc:spChg>
        <pc:spChg chg="add">
          <ac:chgData name="Orphée ADYA MOAPA" userId="81f85e27-801d-4dd2-909d-f392fe900ae8" providerId="ADAL" clId="{8CFAA1D6-4BBE-4A48-9011-8EB5BD602B4A}" dt="2025-10-19T03:19:14.365" v="1981" actId="26606"/>
          <ac:spMkLst>
            <pc:docMk/>
            <pc:sldMk cId="1595640671" sldId="261"/>
            <ac:spMk id="36" creationId="{D07DD2DE-F619-49DD-B5E7-03A290FF4ED1}"/>
          </ac:spMkLst>
        </pc:spChg>
        <pc:spChg chg="add">
          <ac:chgData name="Orphée ADYA MOAPA" userId="81f85e27-801d-4dd2-909d-f392fe900ae8" providerId="ADAL" clId="{8CFAA1D6-4BBE-4A48-9011-8EB5BD602B4A}" dt="2025-10-19T03:19:14.365" v="1981" actId="26606"/>
          <ac:spMkLst>
            <pc:docMk/>
            <pc:sldMk cId="1595640671" sldId="261"/>
            <ac:spMk id="38" creationId="{85149191-5F60-4A28-AAFF-039F96B0F3EC}"/>
          </ac:spMkLst>
        </pc:spChg>
        <pc:spChg chg="add">
          <ac:chgData name="Orphée ADYA MOAPA" userId="81f85e27-801d-4dd2-909d-f392fe900ae8" providerId="ADAL" clId="{8CFAA1D6-4BBE-4A48-9011-8EB5BD602B4A}" dt="2025-10-19T03:19:14.365" v="1981" actId="26606"/>
          <ac:spMkLst>
            <pc:docMk/>
            <pc:sldMk cId="1595640671" sldId="261"/>
            <ac:spMk id="40" creationId="{F8260ED5-17F7-4158-B241-D51DD4CF1B7E}"/>
          </ac:spMkLst>
        </pc:spChg>
        <pc:picChg chg="add mod">
          <ac:chgData name="Orphée ADYA MOAPA" userId="81f85e27-801d-4dd2-909d-f392fe900ae8" providerId="ADAL" clId="{8CFAA1D6-4BBE-4A48-9011-8EB5BD602B4A}" dt="2025-10-19T12:33:30.267" v="3002" actId="1076"/>
          <ac:picMkLst>
            <pc:docMk/>
            <pc:sldMk cId="1595640671" sldId="261"/>
            <ac:picMk id="5" creationId="{822A8D09-8B6D-8F7F-82D7-124F228AD599}"/>
          </ac:picMkLst>
        </pc:picChg>
      </pc:sldChg>
      <pc:sldChg chg="addSp delSp modSp new mod setBg">
        <pc:chgData name="Orphée ADYA MOAPA" userId="81f85e27-801d-4dd2-909d-f392fe900ae8" providerId="ADAL" clId="{8CFAA1D6-4BBE-4A48-9011-8EB5BD602B4A}" dt="2025-10-19T18:46:33.487" v="8123" actId="1076"/>
        <pc:sldMkLst>
          <pc:docMk/>
          <pc:sldMk cId="821795279" sldId="262"/>
        </pc:sldMkLst>
        <pc:spChg chg="mod">
          <ac:chgData name="Orphée ADYA MOAPA" userId="81f85e27-801d-4dd2-909d-f392fe900ae8" providerId="ADAL" clId="{8CFAA1D6-4BBE-4A48-9011-8EB5BD602B4A}" dt="2025-10-19T15:23:08.868" v="5855" actId="26606"/>
          <ac:spMkLst>
            <pc:docMk/>
            <pc:sldMk cId="821795279" sldId="262"/>
            <ac:spMk id="2" creationId="{21730D1D-4D2C-D09E-EAF3-307BE73D8E62}"/>
          </ac:spMkLst>
        </pc:spChg>
        <pc:spChg chg="add mod">
          <ac:chgData name="Orphée ADYA MOAPA" userId="81f85e27-801d-4dd2-909d-f392fe900ae8" providerId="ADAL" clId="{8CFAA1D6-4BBE-4A48-9011-8EB5BD602B4A}" dt="2025-10-19T17:12:20.329" v="7347" actId="1076"/>
          <ac:spMkLst>
            <pc:docMk/>
            <pc:sldMk cId="821795279" sldId="262"/>
            <ac:spMk id="6" creationId="{3DC5FA97-95A0-D507-3D21-3E71F4D95A08}"/>
          </ac:spMkLst>
        </pc:spChg>
        <pc:spChg chg="add">
          <ac:chgData name="Orphée ADYA MOAPA" userId="81f85e27-801d-4dd2-909d-f392fe900ae8" providerId="ADAL" clId="{8CFAA1D6-4BBE-4A48-9011-8EB5BD602B4A}" dt="2025-10-19T15:23:08.868" v="5855" actId="26606"/>
          <ac:spMkLst>
            <pc:docMk/>
            <pc:sldMk cId="821795279" sldId="262"/>
            <ac:spMk id="10" creationId="{A8384FB5-9ADC-4DDC-881B-597D56F5B15D}"/>
          </ac:spMkLst>
        </pc:spChg>
        <pc:spChg chg="add">
          <ac:chgData name="Orphée ADYA MOAPA" userId="81f85e27-801d-4dd2-909d-f392fe900ae8" providerId="ADAL" clId="{8CFAA1D6-4BBE-4A48-9011-8EB5BD602B4A}" dt="2025-10-19T15:23:08.868" v="5855" actId="26606"/>
          <ac:spMkLst>
            <pc:docMk/>
            <pc:sldMk cId="821795279" sldId="262"/>
            <ac:spMk id="12" creationId="{91E5A9A7-95C6-4F4F-B00E-C82E07FE62EF}"/>
          </ac:spMkLst>
        </pc:spChg>
        <pc:spChg chg="add">
          <ac:chgData name="Orphée ADYA MOAPA" userId="81f85e27-801d-4dd2-909d-f392fe900ae8" providerId="ADAL" clId="{8CFAA1D6-4BBE-4A48-9011-8EB5BD602B4A}" dt="2025-10-19T15:23:08.868" v="5855" actId="26606"/>
          <ac:spMkLst>
            <pc:docMk/>
            <pc:sldMk cId="821795279" sldId="262"/>
            <ac:spMk id="14" creationId="{D07DD2DE-F619-49DD-B5E7-03A290FF4ED1}"/>
          </ac:spMkLst>
        </pc:spChg>
        <pc:spChg chg="add">
          <ac:chgData name="Orphée ADYA MOAPA" userId="81f85e27-801d-4dd2-909d-f392fe900ae8" providerId="ADAL" clId="{8CFAA1D6-4BBE-4A48-9011-8EB5BD602B4A}" dt="2025-10-19T15:23:08.868" v="5855" actId="26606"/>
          <ac:spMkLst>
            <pc:docMk/>
            <pc:sldMk cId="821795279" sldId="262"/>
            <ac:spMk id="16" creationId="{85149191-5F60-4A28-AAFF-039F96B0F3EC}"/>
          </ac:spMkLst>
        </pc:spChg>
        <pc:spChg chg="add">
          <ac:chgData name="Orphée ADYA MOAPA" userId="81f85e27-801d-4dd2-909d-f392fe900ae8" providerId="ADAL" clId="{8CFAA1D6-4BBE-4A48-9011-8EB5BD602B4A}" dt="2025-10-19T15:23:08.868" v="5855" actId="26606"/>
          <ac:spMkLst>
            <pc:docMk/>
            <pc:sldMk cId="821795279" sldId="262"/>
            <ac:spMk id="18" creationId="{F8260ED5-17F7-4158-B241-D51DD4CF1B7E}"/>
          </ac:spMkLst>
        </pc:spChg>
        <pc:picChg chg="add mod">
          <ac:chgData name="Orphée ADYA MOAPA" userId="81f85e27-801d-4dd2-909d-f392fe900ae8" providerId="ADAL" clId="{8CFAA1D6-4BBE-4A48-9011-8EB5BD602B4A}" dt="2025-10-19T18:46:33.487" v="8123" actId="1076"/>
          <ac:picMkLst>
            <pc:docMk/>
            <pc:sldMk cId="821795279" sldId="262"/>
            <ac:picMk id="15" creationId="{CDE92405-8ED0-8DD9-243C-A3FB42C56E91}"/>
          </ac:picMkLst>
        </pc:picChg>
      </pc:sldChg>
      <pc:sldChg chg="new del">
        <pc:chgData name="Orphée ADYA MOAPA" userId="81f85e27-801d-4dd2-909d-f392fe900ae8" providerId="ADAL" clId="{8CFAA1D6-4BBE-4A48-9011-8EB5BD602B4A}" dt="2025-10-19T03:02:56.549" v="1812" actId="680"/>
        <pc:sldMkLst>
          <pc:docMk/>
          <pc:sldMk cId="1634775314" sldId="262"/>
        </pc:sldMkLst>
      </pc:sldChg>
      <pc:sldChg chg="new del">
        <pc:chgData name="Orphée ADYA MOAPA" userId="81f85e27-801d-4dd2-909d-f392fe900ae8" providerId="ADAL" clId="{8CFAA1D6-4BBE-4A48-9011-8EB5BD602B4A}" dt="2025-10-19T03:02:56.297" v="1811" actId="680"/>
        <pc:sldMkLst>
          <pc:docMk/>
          <pc:sldMk cId="2842629436" sldId="263"/>
        </pc:sldMkLst>
      </pc:sldChg>
      <pc:sldChg chg="addSp delSp modSp add mod setBg delDesignElem">
        <pc:chgData name="Orphée ADYA MOAPA" userId="81f85e27-801d-4dd2-909d-f392fe900ae8" providerId="ADAL" clId="{8CFAA1D6-4BBE-4A48-9011-8EB5BD602B4A}" dt="2025-10-19T12:58:10.926" v="3557" actId="20577"/>
        <pc:sldMkLst>
          <pc:docMk/>
          <pc:sldMk cId="3322392874" sldId="263"/>
        </pc:sldMkLst>
        <pc:spChg chg="mod">
          <ac:chgData name="Orphée ADYA MOAPA" userId="81f85e27-801d-4dd2-909d-f392fe900ae8" providerId="ADAL" clId="{8CFAA1D6-4BBE-4A48-9011-8EB5BD602B4A}" dt="2025-10-19T12:42:19.168" v="3199" actId="255"/>
          <ac:spMkLst>
            <pc:docMk/>
            <pc:sldMk cId="3322392874" sldId="263"/>
            <ac:spMk id="2" creationId="{642C9D40-EA74-06D5-C043-E1562D8D5D25}"/>
          </ac:spMkLst>
        </pc:spChg>
        <pc:spChg chg="add mod">
          <ac:chgData name="Orphée ADYA MOAPA" userId="81f85e27-801d-4dd2-909d-f392fe900ae8" providerId="ADAL" clId="{8CFAA1D6-4BBE-4A48-9011-8EB5BD602B4A}" dt="2025-10-19T12:58:10.926" v="3557" actId="20577"/>
          <ac:spMkLst>
            <pc:docMk/>
            <pc:sldMk cId="3322392874" sldId="263"/>
            <ac:spMk id="3" creationId="{AAD06631-68B9-2038-4E5B-9ED91DC19B99}"/>
          </ac:spMkLst>
        </pc:spChg>
        <pc:spChg chg="add">
          <ac:chgData name="Orphée ADYA MOAPA" userId="81f85e27-801d-4dd2-909d-f392fe900ae8" providerId="ADAL" clId="{8CFAA1D6-4BBE-4A48-9011-8EB5BD602B4A}" dt="2025-10-19T03:24:58.552" v="2073" actId="26606"/>
          <ac:spMkLst>
            <pc:docMk/>
            <pc:sldMk cId="3322392874" sldId="263"/>
            <ac:spMk id="46" creationId="{91E5A9A7-95C6-4F4F-B00E-C82E07FE62EF}"/>
          </ac:spMkLst>
        </pc:spChg>
        <pc:spChg chg="add">
          <ac:chgData name="Orphée ADYA MOAPA" userId="81f85e27-801d-4dd2-909d-f392fe900ae8" providerId="ADAL" clId="{8CFAA1D6-4BBE-4A48-9011-8EB5BD602B4A}" dt="2025-10-19T03:24:58.552" v="2073" actId="26606"/>
          <ac:spMkLst>
            <pc:docMk/>
            <pc:sldMk cId="3322392874" sldId="263"/>
            <ac:spMk id="47" creationId="{A8384FB5-9ADC-4DDC-881B-597D56F5B15D}"/>
          </ac:spMkLst>
        </pc:spChg>
        <pc:spChg chg="add">
          <ac:chgData name="Orphée ADYA MOAPA" userId="81f85e27-801d-4dd2-909d-f392fe900ae8" providerId="ADAL" clId="{8CFAA1D6-4BBE-4A48-9011-8EB5BD602B4A}" dt="2025-10-19T03:24:58.552" v="2073" actId="26606"/>
          <ac:spMkLst>
            <pc:docMk/>
            <pc:sldMk cId="3322392874" sldId="263"/>
            <ac:spMk id="48" creationId="{D07DD2DE-F619-49DD-B5E7-03A290FF4ED1}"/>
          </ac:spMkLst>
        </pc:spChg>
        <pc:spChg chg="add">
          <ac:chgData name="Orphée ADYA MOAPA" userId="81f85e27-801d-4dd2-909d-f392fe900ae8" providerId="ADAL" clId="{8CFAA1D6-4BBE-4A48-9011-8EB5BD602B4A}" dt="2025-10-19T03:24:58.552" v="2073" actId="26606"/>
          <ac:spMkLst>
            <pc:docMk/>
            <pc:sldMk cId="3322392874" sldId="263"/>
            <ac:spMk id="50" creationId="{85149191-5F60-4A28-AAFF-039F96B0F3EC}"/>
          </ac:spMkLst>
        </pc:spChg>
        <pc:spChg chg="add">
          <ac:chgData name="Orphée ADYA MOAPA" userId="81f85e27-801d-4dd2-909d-f392fe900ae8" providerId="ADAL" clId="{8CFAA1D6-4BBE-4A48-9011-8EB5BD602B4A}" dt="2025-10-19T03:24:58.552" v="2073" actId="26606"/>
          <ac:spMkLst>
            <pc:docMk/>
            <pc:sldMk cId="3322392874" sldId="263"/>
            <ac:spMk id="52" creationId="{F8260ED5-17F7-4158-B241-D51DD4CF1B7E}"/>
          </ac:spMkLst>
        </pc:spChg>
        <pc:picChg chg="add mod">
          <ac:chgData name="Orphée ADYA MOAPA" userId="81f85e27-801d-4dd2-909d-f392fe900ae8" providerId="ADAL" clId="{8CFAA1D6-4BBE-4A48-9011-8EB5BD602B4A}" dt="2025-10-19T12:57:26.493" v="3549" actId="1076"/>
          <ac:picMkLst>
            <pc:docMk/>
            <pc:sldMk cId="3322392874" sldId="263"/>
            <ac:picMk id="4" creationId="{31F7A533-E892-FFE4-8333-C1418E5A18ED}"/>
          </ac:picMkLst>
        </pc:picChg>
      </pc:sldChg>
      <pc:sldChg chg="new del">
        <pc:chgData name="Orphée ADYA MOAPA" userId="81f85e27-801d-4dd2-909d-f392fe900ae8" providerId="ADAL" clId="{8CFAA1D6-4BBE-4A48-9011-8EB5BD602B4A}" dt="2025-10-19T03:02:53.669" v="1810" actId="680"/>
        <pc:sldMkLst>
          <pc:docMk/>
          <pc:sldMk cId="82493304" sldId="264"/>
        </pc:sldMkLst>
      </pc:sldChg>
      <pc:sldChg chg="addSp delSp modSp new mod setBg">
        <pc:chgData name="Orphée ADYA MOAPA" userId="81f85e27-801d-4dd2-909d-f392fe900ae8" providerId="ADAL" clId="{8CFAA1D6-4BBE-4A48-9011-8EB5BD602B4A}" dt="2025-10-19T16:20:28.807" v="6467" actId="20577"/>
        <pc:sldMkLst>
          <pc:docMk/>
          <pc:sldMk cId="2540302356" sldId="264"/>
        </pc:sldMkLst>
        <pc:spChg chg="mod">
          <ac:chgData name="Orphée ADYA MOAPA" userId="81f85e27-801d-4dd2-909d-f392fe900ae8" providerId="ADAL" clId="{8CFAA1D6-4BBE-4A48-9011-8EB5BD602B4A}" dt="2025-10-19T15:31:00.357" v="5921" actId="26606"/>
          <ac:spMkLst>
            <pc:docMk/>
            <pc:sldMk cId="2540302356" sldId="264"/>
            <ac:spMk id="2" creationId="{C79CE6CD-7996-D2BE-5482-B813D600B0B9}"/>
          </ac:spMkLst>
        </pc:spChg>
        <pc:spChg chg="mod">
          <ac:chgData name="Orphée ADYA MOAPA" userId="81f85e27-801d-4dd2-909d-f392fe900ae8" providerId="ADAL" clId="{8CFAA1D6-4BBE-4A48-9011-8EB5BD602B4A}" dt="2025-10-19T16:20:28.807" v="6467" actId="20577"/>
          <ac:spMkLst>
            <pc:docMk/>
            <pc:sldMk cId="2540302356" sldId="264"/>
            <ac:spMk id="3" creationId="{8E99FFEC-DFBF-8BC2-8BDC-6C43E428442A}"/>
          </ac:spMkLst>
        </pc:spChg>
        <pc:spChg chg="add del">
          <ac:chgData name="Orphée ADYA MOAPA" userId="81f85e27-801d-4dd2-909d-f392fe900ae8" providerId="ADAL" clId="{8CFAA1D6-4BBE-4A48-9011-8EB5BD602B4A}" dt="2025-10-19T15:32:21.522" v="5933" actId="26606"/>
          <ac:spMkLst>
            <pc:docMk/>
            <pc:sldMk cId="2540302356" sldId="264"/>
            <ac:spMk id="21" creationId="{DEE2AD96-B495-4E06-9291-B71706F728CB}"/>
          </ac:spMkLst>
        </pc:spChg>
        <pc:spChg chg="add del">
          <ac:chgData name="Orphée ADYA MOAPA" userId="81f85e27-801d-4dd2-909d-f392fe900ae8" providerId="ADAL" clId="{8CFAA1D6-4BBE-4A48-9011-8EB5BD602B4A}" dt="2025-10-19T15:32:21.522" v="5933" actId="26606"/>
          <ac:spMkLst>
            <pc:docMk/>
            <pc:sldMk cId="2540302356" sldId="264"/>
            <ac:spMk id="23" creationId="{53CF6D67-C5A8-4ADD-9E8E-1E38CA1D3166}"/>
          </ac:spMkLst>
        </pc:spChg>
        <pc:spChg chg="add del">
          <ac:chgData name="Orphée ADYA MOAPA" userId="81f85e27-801d-4dd2-909d-f392fe900ae8" providerId="ADAL" clId="{8CFAA1D6-4BBE-4A48-9011-8EB5BD602B4A}" dt="2025-10-19T15:32:21.522" v="5933" actId="26606"/>
          <ac:spMkLst>
            <pc:docMk/>
            <pc:sldMk cId="2540302356" sldId="264"/>
            <ac:spMk id="25" creationId="{86909FA0-B515-4681-B7A8-FA281D133B94}"/>
          </ac:spMkLst>
        </pc:spChg>
        <pc:spChg chg="add del">
          <ac:chgData name="Orphée ADYA MOAPA" userId="81f85e27-801d-4dd2-909d-f392fe900ae8" providerId="ADAL" clId="{8CFAA1D6-4BBE-4A48-9011-8EB5BD602B4A}" dt="2025-10-19T15:32:21.522" v="5933" actId="26606"/>
          <ac:spMkLst>
            <pc:docMk/>
            <pc:sldMk cId="2540302356" sldId="264"/>
            <ac:spMk id="29" creationId="{7D96243B-ECED-4B71-8E06-AE9A285EAD20}"/>
          </ac:spMkLst>
        </pc:spChg>
        <pc:spChg chg="add del">
          <ac:chgData name="Orphée ADYA MOAPA" userId="81f85e27-801d-4dd2-909d-f392fe900ae8" providerId="ADAL" clId="{8CFAA1D6-4BBE-4A48-9011-8EB5BD602B4A}" dt="2025-10-19T15:32:21.522" v="5933" actId="26606"/>
          <ac:spMkLst>
            <pc:docMk/>
            <pc:sldMk cId="2540302356" sldId="264"/>
            <ac:spMk id="31" creationId="{A09989E4-EFDC-4A90-A633-E0525FB4139E}"/>
          </ac:spMkLst>
        </pc:spChg>
      </pc:sldChg>
      <pc:sldChg chg="addSp delSp modSp new mod setBg">
        <pc:chgData name="Orphée ADYA MOAPA" userId="81f85e27-801d-4dd2-909d-f392fe900ae8" providerId="ADAL" clId="{8CFAA1D6-4BBE-4A48-9011-8EB5BD602B4A}" dt="2025-10-19T18:45:53.265" v="8117" actId="1076"/>
        <pc:sldMkLst>
          <pc:docMk/>
          <pc:sldMk cId="800101182" sldId="265"/>
        </pc:sldMkLst>
        <pc:spChg chg="mod">
          <ac:chgData name="Orphée ADYA MOAPA" userId="81f85e27-801d-4dd2-909d-f392fe900ae8" providerId="ADAL" clId="{8CFAA1D6-4BBE-4A48-9011-8EB5BD602B4A}" dt="2025-10-19T15:34:31.928" v="5943" actId="26606"/>
          <ac:spMkLst>
            <pc:docMk/>
            <pc:sldMk cId="800101182" sldId="265"/>
            <ac:spMk id="2" creationId="{98EB0DCB-36F8-3794-2254-FAE93978F79B}"/>
          </ac:spMkLst>
        </pc:spChg>
        <pc:spChg chg="add del mod ord">
          <ac:chgData name="Orphée ADYA MOAPA" userId="81f85e27-801d-4dd2-909d-f392fe900ae8" providerId="ADAL" clId="{8CFAA1D6-4BBE-4A48-9011-8EB5BD602B4A}" dt="2025-10-19T15:34:31.928" v="5943" actId="26606"/>
          <ac:spMkLst>
            <pc:docMk/>
            <pc:sldMk cId="800101182" sldId="265"/>
            <ac:spMk id="3" creationId="{EDA741A1-7898-05AD-CE6F-0D5E7277B512}"/>
          </ac:spMkLst>
        </pc:spChg>
        <pc:spChg chg="add del">
          <ac:chgData name="Orphée ADYA MOAPA" userId="81f85e27-801d-4dd2-909d-f392fe900ae8" providerId="ADAL" clId="{8CFAA1D6-4BBE-4A48-9011-8EB5BD602B4A}" dt="2025-10-19T15:34:31.928" v="5943" actId="26606"/>
          <ac:spMkLst>
            <pc:docMk/>
            <pc:sldMk cId="800101182" sldId="265"/>
            <ac:spMk id="31" creationId="{B712E947-0734-45F9-9C4F-41114EC3A33E}"/>
          </ac:spMkLst>
        </pc:spChg>
        <pc:spChg chg="add del">
          <ac:chgData name="Orphée ADYA MOAPA" userId="81f85e27-801d-4dd2-909d-f392fe900ae8" providerId="ADAL" clId="{8CFAA1D6-4BBE-4A48-9011-8EB5BD602B4A}" dt="2025-10-19T15:34:31.928" v="5943" actId="26606"/>
          <ac:spMkLst>
            <pc:docMk/>
            <pc:sldMk cId="800101182" sldId="265"/>
            <ac:spMk id="33" creationId="{4C6B5652-C661-4C58-B937-F0F490F7FCB2}"/>
          </ac:spMkLst>
        </pc:spChg>
        <pc:spChg chg="add del">
          <ac:chgData name="Orphée ADYA MOAPA" userId="81f85e27-801d-4dd2-909d-f392fe900ae8" providerId="ADAL" clId="{8CFAA1D6-4BBE-4A48-9011-8EB5BD602B4A}" dt="2025-10-19T15:34:31.928" v="5943" actId="26606"/>
          <ac:spMkLst>
            <pc:docMk/>
            <pc:sldMk cId="800101182" sldId="265"/>
            <ac:spMk id="35" creationId="{0B936867-6407-43FB-9DE6-1B0879D0CB31}"/>
          </ac:spMkLst>
        </pc:spChg>
        <pc:spChg chg="add">
          <ac:chgData name="Orphée ADYA MOAPA" userId="81f85e27-801d-4dd2-909d-f392fe900ae8" providerId="ADAL" clId="{8CFAA1D6-4BBE-4A48-9011-8EB5BD602B4A}" dt="2025-10-19T15:23:17.070" v="5857" actId="26606"/>
          <ac:spMkLst>
            <pc:docMk/>
            <pc:sldMk cId="800101182" sldId="265"/>
            <ac:spMk id="37" creationId="{ACD0B258-678B-4A8C-894F-848AF24A1922}"/>
          </ac:spMkLst>
        </pc:spChg>
        <pc:spChg chg="add">
          <ac:chgData name="Orphée ADYA MOAPA" userId="81f85e27-801d-4dd2-909d-f392fe900ae8" providerId="ADAL" clId="{8CFAA1D6-4BBE-4A48-9011-8EB5BD602B4A}" dt="2025-10-19T15:23:17.070" v="5857" actId="26606"/>
          <ac:spMkLst>
            <pc:docMk/>
            <pc:sldMk cId="800101182" sldId="265"/>
            <ac:spMk id="39" creationId="{C8D58395-74AF-401A-AF2F-76B6FCF71DFE}"/>
          </ac:spMkLst>
        </pc:spChg>
        <pc:spChg chg="add del">
          <ac:chgData name="Orphée ADYA MOAPA" userId="81f85e27-801d-4dd2-909d-f392fe900ae8" providerId="ADAL" clId="{8CFAA1D6-4BBE-4A48-9011-8EB5BD602B4A}" dt="2025-10-19T15:34:31.928" v="5943" actId="26606"/>
          <ac:spMkLst>
            <pc:docMk/>
            <pc:sldMk cId="800101182" sldId="265"/>
            <ac:spMk id="41" creationId="{2F003F3F-F118-41D2-AA3F-74DB0D1970BB}"/>
          </ac:spMkLst>
        </pc:spChg>
        <pc:picChg chg="add mod">
          <ac:chgData name="Orphée ADYA MOAPA" userId="81f85e27-801d-4dd2-909d-f392fe900ae8" providerId="ADAL" clId="{8CFAA1D6-4BBE-4A48-9011-8EB5BD602B4A}" dt="2025-10-19T18:45:53.265" v="8117" actId="1076"/>
          <ac:picMkLst>
            <pc:docMk/>
            <pc:sldMk cId="800101182" sldId="265"/>
            <ac:picMk id="30" creationId="{A3936EA0-D7BD-72BE-840E-572DF649E274}"/>
          </ac:picMkLst>
        </pc:picChg>
        <pc:picChg chg="add mod">
          <ac:chgData name="Orphée ADYA MOAPA" userId="81f85e27-801d-4dd2-909d-f392fe900ae8" providerId="ADAL" clId="{8CFAA1D6-4BBE-4A48-9011-8EB5BD602B4A}" dt="2025-10-19T18:45:49.559" v="8116" actId="1076"/>
          <ac:picMkLst>
            <pc:docMk/>
            <pc:sldMk cId="800101182" sldId="265"/>
            <ac:picMk id="34" creationId="{4687E97B-C654-AED4-709D-9E6B4C8D8736}"/>
          </ac:picMkLst>
        </pc:picChg>
      </pc:sldChg>
      <pc:sldChg chg="addSp delSp modSp new mod setBg">
        <pc:chgData name="Orphée ADYA MOAPA" userId="81f85e27-801d-4dd2-909d-f392fe900ae8" providerId="ADAL" clId="{8CFAA1D6-4BBE-4A48-9011-8EB5BD602B4A}" dt="2025-10-19T23:37:41.157" v="8342" actId="20577"/>
        <pc:sldMkLst>
          <pc:docMk/>
          <pc:sldMk cId="4241808655" sldId="266"/>
        </pc:sldMkLst>
        <pc:spChg chg="mod">
          <ac:chgData name="Orphée ADYA MOAPA" userId="81f85e27-801d-4dd2-909d-f392fe900ae8" providerId="ADAL" clId="{8CFAA1D6-4BBE-4A48-9011-8EB5BD602B4A}" dt="2025-10-19T18:46:23.811" v="8122" actId="1076"/>
          <ac:spMkLst>
            <pc:docMk/>
            <pc:sldMk cId="4241808655" sldId="266"/>
            <ac:spMk id="2" creationId="{DA884A7F-6D7E-8338-D7DE-2CC040C0CA85}"/>
          </ac:spMkLst>
        </pc:spChg>
        <pc:spChg chg="mod ord">
          <ac:chgData name="Orphée ADYA MOAPA" userId="81f85e27-801d-4dd2-909d-f392fe900ae8" providerId="ADAL" clId="{8CFAA1D6-4BBE-4A48-9011-8EB5BD602B4A}" dt="2025-10-19T23:37:41.157" v="8342" actId="20577"/>
          <ac:spMkLst>
            <pc:docMk/>
            <pc:sldMk cId="4241808655" sldId="266"/>
            <ac:spMk id="3" creationId="{B1467DF9-87B3-ACA6-4E7D-03F43D441DA2}"/>
          </ac:spMkLst>
        </pc:spChg>
        <pc:spChg chg="add">
          <ac:chgData name="Orphée ADYA MOAPA" userId="81f85e27-801d-4dd2-909d-f392fe900ae8" providerId="ADAL" clId="{8CFAA1D6-4BBE-4A48-9011-8EB5BD602B4A}" dt="2025-10-19T18:37:40.398" v="8080" actId="26606"/>
          <ac:spMkLst>
            <pc:docMk/>
            <pc:sldMk cId="4241808655" sldId="266"/>
            <ac:spMk id="79" creationId="{979E27D9-03C7-44E2-9FF8-15D0C8506AF7}"/>
          </ac:spMkLst>
        </pc:spChg>
        <pc:spChg chg="add">
          <ac:chgData name="Orphée ADYA MOAPA" userId="81f85e27-801d-4dd2-909d-f392fe900ae8" providerId="ADAL" clId="{8CFAA1D6-4BBE-4A48-9011-8EB5BD602B4A}" dt="2025-10-19T18:37:40.398" v="8080" actId="26606"/>
          <ac:spMkLst>
            <pc:docMk/>
            <pc:sldMk cId="4241808655" sldId="266"/>
            <ac:spMk id="81" creationId="{EEBF1590-3B36-48EE-A89D-3B6F3CB256AB}"/>
          </ac:spMkLst>
        </pc:spChg>
        <pc:spChg chg="add">
          <ac:chgData name="Orphée ADYA MOAPA" userId="81f85e27-801d-4dd2-909d-f392fe900ae8" providerId="ADAL" clId="{8CFAA1D6-4BBE-4A48-9011-8EB5BD602B4A}" dt="2025-10-19T18:37:40.398" v="8080" actId="26606"/>
          <ac:spMkLst>
            <pc:docMk/>
            <pc:sldMk cId="4241808655" sldId="266"/>
            <ac:spMk id="83" creationId="{AC8F6C8C-AB5A-4548-942D-E3FD40ACBC49}"/>
          </ac:spMkLst>
        </pc:spChg>
        <pc:picChg chg="add mod">
          <ac:chgData name="Orphée ADYA MOAPA" userId="81f85e27-801d-4dd2-909d-f392fe900ae8" providerId="ADAL" clId="{8CFAA1D6-4BBE-4A48-9011-8EB5BD602B4A}" dt="2025-10-19T18:37:40.398" v="8080" actId="26606"/>
          <ac:picMkLst>
            <pc:docMk/>
            <pc:sldMk cId="4241808655" sldId="266"/>
            <ac:picMk id="5" creationId="{946AAB8A-CB92-8F71-8A9C-4951E5C45ADA}"/>
          </ac:picMkLst>
        </pc:picChg>
      </pc:sldChg>
      <pc:sldChg chg="addSp delSp modSp new mod setBg">
        <pc:chgData name="Orphée ADYA MOAPA" userId="81f85e27-801d-4dd2-909d-f392fe900ae8" providerId="ADAL" clId="{8CFAA1D6-4BBE-4A48-9011-8EB5BD602B4A}" dt="2025-10-19T15:33:33.917" v="5937" actId="26606"/>
        <pc:sldMkLst>
          <pc:docMk/>
          <pc:sldMk cId="3086291749" sldId="267"/>
        </pc:sldMkLst>
        <pc:spChg chg="mod">
          <ac:chgData name="Orphée ADYA MOAPA" userId="81f85e27-801d-4dd2-909d-f392fe900ae8" providerId="ADAL" clId="{8CFAA1D6-4BBE-4A48-9011-8EB5BD602B4A}" dt="2025-10-19T15:27:07.074" v="5876" actId="26606"/>
          <ac:spMkLst>
            <pc:docMk/>
            <pc:sldMk cId="3086291749" sldId="267"/>
            <ac:spMk id="2" creationId="{4CBEFF61-78A8-16C0-07CF-89EFC9ABD6EE}"/>
          </ac:spMkLst>
        </pc:spChg>
        <pc:spChg chg="mod">
          <ac:chgData name="Orphée ADYA MOAPA" userId="81f85e27-801d-4dd2-909d-f392fe900ae8" providerId="ADAL" clId="{8CFAA1D6-4BBE-4A48-9011-8EB5BD602B4A}" dt="2025-10-19T15:30:44.475" v="5920" actId="26606"/>
          <ac:spMkLst>
            <pc:docMk/>
            <pc:sldMk cId="3086291749" sldId="267"/>
            <ac:spMk id="3" creationId="{4800E196-E3D3-471E-77EF-39C15FBA173A}"/>
          </ac:spMkLst>
        </pc:spChg>
        <pc:spChg chg="add">
          <ac:chgData name="Orphée ADYA MOAPA" userId="81f85e27-801d-4dd2-909d-f392fe900ae8" providerId="ADAL" clId="{8CFAA1D6-4BBE-4A48-9011-8EB5BD602B4A}" dt="2025-10-19T15:33:33.917" v="5937" actId="26606"/>
          <ac:spMkLst>
            <pc:docMk/>
            <pc:sldMk cId="3086291749" sldId="267"/>
            <ac:spMk id="34" creationId="{2E17E911-875F-4DE5-8699-99D9F1805A5D}"/>
          </ac:spMkLst>
        </pc:spChg>
        <pc:spChg chg="add">
          <ac:chgData name="Orphée ADYA MOAPA" userId="81f85e27-801d-4dd2-909d-f392fe900ae8" providerId="ADAL" clId="{8CFAA1D6-4BBE-4A48-9011-8EB5BD602B4A}" dt="2025-10-19T15:33:33.917" v="5937" actId="26606"/>
          <ac:spMkLst>
            <pc:docMk/>
            <pc:sldMk cId="3086291749" sldId="267"/>
            <ac:spMk id="35" creationId="{CD9FE4EF-C4D8-49A0-B2FF-81D8DB7D8A24}"/>
          </ac:spMkLst>
        </pc:spChg>
        <pc:spChg chg="add">
          <ac:chgData name="Orphée ADYA MOAPA" userId="81f85e27-801d-4dd2-909d-f392fe900ae8" providerId="ADAL" clId="{8CFAA1D6-4BBE-4A48-9011-8EB5BD602B4A}" dt="2025-10-19T15:33:33.917" v="5937" actId="26606"/>
          <ac:spMkLst>
            <pc:docMk/>
            <pc:sldMk cId="3086291749" sldId="267"/>
            <ac:spMk id="36" creationId="{4300840D-0A0B-4512-BACA-B439D5B9C57C}"/>
          </ac:spMkLst>
        </pc:spChg>
        <pc:spChg chg="add">
          <ac:chgData name="Orphée ADYA MOAPA" userId="81f85e27-801d-4dd2-909d-f392fe900ae8" providerId="ADAL" clId="{8CFAA1D6-4BBE-4A48-9011-8EB5BD602B4A}" dt="2025-10-19T15:33:33.917" v="5937" actId="26606"/>
          <ac:spMkLst>
            <pc:docMk/>
            <pc:sldMk cId="3086291749" sldId="267"/>
            <ac:spMk id="38" creationId="{D2B78728-A580-49A7-84F9-6EF6F583ADE0}"/>
          </ac:spMkLst>
        </pc:spChg>
        <pc:spChg chg="add">
          <ac:chgData name="Orphée ADYA MOAPA" userId="81f85e27-801d-4dd2-909d-f392fe900ae8" providerId="ADAL" clId="{8CFAA1D6-4BBE-4A48-9011-8EB5BD602B4A}" dt="2025-10-19T15:33:33.917" v="5937" actId="26606"/>
          <ac:spMkLst>
            <pc:docMk/>
            <pc:sldMk cId="3086291749" sldId="267"/>
            <ac:spMk id="40" creationId="{38FAA1A1-D861-433F-88FA-1E9D6FD31D11}"/>
          </ac:spMkLst>
        </pc:spChg>
        <pc:picChg chg="add mod">
          <ac:chgData name="Orphée ADYA MOAPA" userId="81f85e27-801d-4dd2-909d-f392fe900ae8" providerId="ADAL" clId="{8CFAA1D6-4BBE-4A48-9011-8EB5BD602B4A}" dt="2025-10-19T15:27:07.074" v="5876" actId="26606"/>
          <ac:picMkLst>
            <pc:docMk/>
            <pc:sldMk cId="3086291749" sldId="267"/>
            <ac:picMk id="7" creationId="{B19C2DC0-14B4-3441-A0A2-91CC4785337D}"/>
          </ac:picMkLst>
        </pc:picChg>
      </pc:sldChg>
      <pc:sldChg chg="addSp delSp modSp add mod setBg">
        <pc:chgData name="Orphée ADYA MOAPA" userId="81f85e27-801d-4dd2-909d-f392fe900ae8" providerId="ADAL" clId="{8CFAA1D6-4BBE-4A48-9011-8EB5BD602B4A}" dt="2025-10-19T15:42:35.606" v="6290" actId="20577"/>
        <pc:sldMkLst>
          <pc:docMk/>
          <pc:sldMk cId="760437688" sldId="268"/>
        </pc:sldMkLst>
        <pc:spChg chg="mod">
          <ac:chgData name="Orphée ADYA MOAPA" userId="81f85e27-801d-4dd2-909d-f392fe900ae8" providerId="ADAL" clId="{8CFAA1D6-4BBE-4A48-9011-8EB5BD602B4A}" dt="2025-10-19T15:27:37.313" v="5883" actId="26606"/>
          <ac:spMkLst>
            <pc:docMk/>
            <pc:sldMk cId="760437688" sldId="268"/>
            <ac:spMk id="2" creationId="{37602B9D-495D-136B-E011-D99535C66740}"/>
          </ac:spMkLst>
        </pc:spChg>
        <pc:spChg chg="mod ord">
          <ac:chgData name="Orphée ADYA MOAPA" userId="81f85e27-801d-4dd2-909d-f392fe900ae8" providerId="ADAL" clId="{8CFAA1D6-4BBE-4A48-9011-8EB5BD602B4A}" dt="2025-10-19T15:42:35.606" v="6290" actId="20577"/>
          <ac:spMkLst>
            <pc:docMk/>
            <pc:sldMk cId="760437688" sldId="268"/>
            <ac:spMk id="3" creationId="{F5F3804D-E754-F15E-1764-B90BF99F590F}"/>
          </ac:spMkLst>
        </pc:spChg>
        <pc:spChg chg="add del">
          <ac:chgData name="Orphée ADYA MOAPA" userId="81f85e27-801d-4dd2-909d-f392fe900ae8" providerId="ADAL" clId="{8CFAA1D6-4BBE-4A48-9011-8EB5BD602B4A}" dt="2025-10-19T15:30:43.956" v="5919" actId="26606"/>
          <ac:spMkLst>
            <pc:docMk/>
            <pc:sldMk cId="760437688" sldId="268"/>
            <ac:spMk id="53" creationId="{C4285719-470E-454C-AF62-8323075F1F5B}"/>
          </ac:spMkLst>
        </pc:spChg>
        <pc:spChg chg="add del">
          <ac:chgData name="Orphée ADYA MOAPA" userId="81f85e27-801d-4dd2-909d-f392fe900ae8" providerId="ADAL" clId="{8CFAA1D6-4BBE-4A48-9011-8EB5BD602B4A}" dt="2025-10-19T15:30:43.956" v="5919" actId="26606"/>
          <ac:spMkLst>
            <pc:docMk/>
            <pc:sldMk cId="760437688" sldId="268"/>
            <ac:spMk id="54" creationId="{CD9FE4EF-C4D8-49A0-B2FF-81D8DB7D8A24}"/>
          </ac:spMkLst>
        </pc:spChg>
        <pc:spChg chg="add del">
          <ac:chgData name="Orphée ADYA MOAPA" userId="81f85e27-801d-4dd2-909d-f392fe900ae8" providerId="ADAL" clId="{8CFAA1D6-4BBE-4A48-9011-8EB5BD602B4A}" dt="2025-10-19T15:30:43.956" v="5919" actId="26606"/>
          <ac:spMkLst>
            <pc:docMk/>
            <pc:sldMk cId="760437688" sldId="268"/>
            <ac:spMk id="55" creationId="{4300840D-0A0B-4512-BACA-B439D5B9C57C}"/>
          </ac:spMkLst>
        </pc:spChg>
        <pc:spChg chg="add del">
          <ac:chgData name="Orphée ADYA MOAPA" userId="81f85e27-801d-4dd2-909d-f392fe900ae8" providerId="ADAL" clId="{8CFAA1D6-4BBE-4A48-9011-8EB5BD602B4A}" dt="2025-10-19T15:30:43.956" v="5919" actId="26606"/>
          <ac:spMkLst>
            <pc:docMk/>
            <pc:sldMk cId="760437688" sldId="268"/>
            <ac:spMk id="56" creationId="{D2B78728-A580-49A7-84F9-6EF6F583ADE0}"/>
          </ac:spMkLst>
        </pc:spChg>
        <pc:spChg chg="add del">
          <ac:chgData name="Orphée ADYA MOAPA" userId="81f85e27-801d-4dd2-909d-f392fe900ae8" providerId="ADAL" clId="{8CFAA1D6-4BBE-4A48-9011-8EB5BD602B4A}" dt="2025-10-19T15:30:43.956" v="5919" actId="26606"/>
          <ac:spMkLst>
            <pc:docMk/>
            <pc:sldMk cId="760437688" sldId="268"/>
            <ac:spMk id="57" creationId="{38FAA1A1-D861-433F-88FA-1E9D6FD31D11}"/>
          </ac:spMkLst>
        </pc:spChg>
        <pc:spChg chg="add del">
          <ac:chgData name="Orphée ADYA MOAPA" userId="81f85e27-801d-4dd2-909d-f392fe900ae8" providerId="ADAL" clId="{8CFAA1D6-4BBE-4A48-9011-8EB5BD602B4A}" dt="2025-10-19T15:30:37.449" v="5917" actId="26606"/>
          <ac:spMkLst>
            <pc:docMk/>
            <pc:sldMk cId="760437688" sldId="268"/>
            <ac:spMk id="58" creationId="{8D71EDA1-87BF-4D5D-AB79-F346FD19278A}"/>
          </ac:spMkLst>
        </pc:spChg>
        <pc:picChg chg="add mod">
          <ac:chgData name="Orphée ADYA MOAPA" userId="81f85e27-801d-4dd2-909d-f392fe900ae8" providerId="ADAL" clId="{8CFAA1D6-4BBE-4A48-9011-8EB5BD602B4A}" dt="2025-10-19T15:29:17.725" v="5906" actId="1076"/>
          <ac:picMkLst>
            <pc:docMk/>
            <pc:sldMk cId="760437688" sldId="268"/>
            <ac:picMk id="8" creationId="{0218AE4C-A39B-341D-B690-552B16298D25}"/>
          </ac:picMkLst>
        </pc:picChg>
      </pc:sldChg>
      <pc:sldChg chg="addSp delSp add del setBg delDesignElem">
        <pc:chgData name="Orphée ADYA MOAPA" userId="81f85e27-801d-4dd2-909d-f392fe900ae8" providerId="ADAL" clId="{8CFAA1D6-4BBE-4A48-9011-8EB5BD602B4A}" dt="2025-10-19T15:21:14.278" v="5833"/>
        <pc:sldMkLst>
          <pc:docMk/>
          <pc:sldMk cId="797552150" sldId="269"/>
        </pc:sldMkLst>
      </pc:sldChg>
      <pc:sldChg chg="addSp modSp new del mod">
        <pc:chgData name="Orphée ADYA MOAPA" userId="81f85e27-801d-4dd2-909d-f392fe900ae8" providerId="ADAL" clId="{8CFAA1D6-4BBE-4A48-9011-8EB5BD602B4A}" dt="2025-10-19T16:58:44.269" v="7049" actId="2696"/>
        <pc:sldMkLst>
          <pc:docMk/>
          <pc:sldMk cId="1162723019" sldId="269"/>
        </pc:sldMkLst>
      </pc:sldChg>
      <pc:sldChg chg="addSp delSp modSp add del ord setBg delDesignElem">
        <pc:chgData name="Orphée ADYA MOAPA" userId="81f85e27-801d-4dd2-909d-f392fe900ae8" providerId="ADAL" clId="{8CFAA1D6-4BBE-4A48-9011-8EB5BD602B4A}" dt="2025-10-19T15:21:02.206" v="5830"/>
        <pc:sldMkLst>
          <pc:docMk/>
          <pc:sldMk cId="3596499795" sldId="269"/>
        </pc:sldMkLst>
      </pc:sldChg>
      <pc:sldChg chg="addSp modSp new mod setBg">
        <pc:chgData name="Orphée ADYA MOAPA" userId="81f85e27-801d-4dd2-909d-f392fe900ae8" providerId="ADAL" clId="{8CFAA1D6-4BBE-4A48-9011-8EB5BD602B4A}" dt="2025-10-19T18:43:14.171" v="8115" actId="20577"/>
        <pc:sldMkLst>
          <pc:docMk/>
          <pc:sldMk cId="3037879734" sldId="270"/>
        </pc:sldMkLst>
        <pc:spChg chg="mod">
          <ac:chgData name="Orphée ADYA MOAPA" userId="81f85e27-801d-4dd2-909d-f392fe900ae8" providerId="ADAL" clId="{8CFAA1D6-4BBE-4A48-9011-8EB5BD602B4A}" dt="2025-10-19T18:43:14.171" v="8115" actId="20577"/>
          <ac:spMkLst>
            <pc:docMk/>
            <pc:sldMk cId="3037879734" sldId="270"/>
            <ac:spMk id="2" creationId="{D60A2963-8A0F-1A6A-1323-5AE9DCA9BEEE}"/>
          </ac:spMkLst>
        </pc:spChg>
        <pc:spChg chg="mod">
          <ac:chgData name="Orphée ADYA MOAPA" userId="81f85e27-801d-4dd2-909d-f392fe900ae8" providerId="ADAL" clId="{8CFAA1D6-4BBE-4A48-9011-8EB5BD602B4A}" dt="2025-10-19T17:24:57.797" v="7566" actId="14100"/>
          <ac:spMkLst>
            <pc:docMk/>
            <pc:sldMk cId="3037879734" sldId="270"/>
            <ac:spMk id="3" creationId="{D7C9C1AB-6DF9-9EA3-9946-F3DD1AC1CB5A}"/>
          </ac:spMkLst>
        </pc:spChg>
        <pc:spChg chg="add">
          <ac:chgData name="Orphée ADYA MOAPA" userId="81f85e27-801d-4dd2-909d-f392fe900ae8" providerId="ADAL" clId="{8CFAA1D6-4BBE-4A48-9011-8EB5BD602B4A}" dt="2025-10-19T17:14:42.187" v="7385" actId="26606"/>
          <ac:spMkLst>
            <pc:docMk/>
            <pc:sldMk cId="3037879734" sldId="270"/>
            <ac:spMk id="8" creationId="{1B15ED52-F352-441B-82BF-E0EA34836D08}"/>
          </ac:spMkLst>
        </pc:spChg>
        <pc:spChg chg="add">
          <ac:chgData name="Orphée ADYA MOAPA" userId="81f85e27-801d-4dd2-909d-f392fe900ae8" providerId="ADAL" clId="{8CFAA1D6-4BBE-4A48-9011-8EB5BD602B4A}" dt="2025-10-19T17:14:42.187" v="7385" actId="26606"/>
          <ac:spMkLst>
            <pc:docMk/>
            <pc:sldMk cId="3037879734" sldId="270"/>
            <ac:spMk id="10" creationId="{3B2E3793-BFE6-45A2-9B7B-E18844431C99}"/>
          </ac:spMkLst>
        </pc:spChg>
        <pc:spChg chg="add">
          <ac:chgData name="Orphée ADYA MOAPA" userId="81f85e27-801d-4dd2-909d-f392fe900ae8" providerId="ADAL" clId="{8CFAA1D6-4BBE-4A48-9011-8EB5BD602B4A}" dt="2025-10-19T17:14:42.187" v="7385" actId="26606"/>
          <ac:spMkLst>
            <pc:docMk/>
            <pc:sldMk cId="3037879734" sldId="270"/>
            <ac:spMk id="12" creationId="{BC4C4868-CB8F-4AF9-9CDB-8108F2C19B67}"/>
          </ac:spMkLst>
        </pc:spChg>
        <pc:spChg chg="add">
          <ac:chgData name="Orphée ADYA MOAPA" userId="81f85e27-801d-4dd2-909d-f392fe900ae8" providerId="ADAL" clId="{8CFAA1D6-4BBE-4A48-9011-8EB5BD602B4A}" dt="2025-10-19T17:14:42.187" v="7385" actId="26606"/>
          <ac:spMkLst>
            <pc:docMk/>
            <pc:sldMk cId="3037879734" sldId="270"/>
            <ac:spMk id="14" creationId="{375E0459-6403-40CD-989D-56A4407CA12E}"/>
          </ac:spMkLst>
        </pc:spChg>
        <pc:spChg chg="add">
          <ac:chgData name="Orphée ADYA MOAPA" userId="81f85e27-801d-4dd2-909d-f392fe900ae8" providerId="ADAL" clId="{8CFAA1D6-4BBE-4A48-9011-8EB5BD602B4A}" dt="2025-10-19T17:14:42.187" v="7385" actId="26606"/>
          <ac:spMkLst>
            <pc:docMk/>
            <pc:sldMk cId="3037879734" sldId="270"/>
            <ac:spMk id="16" creationId="{53E5B1A8-3AC9-4BD1-9BBC-78CA94F2D1BA}"/>
          </ac:spMkLst>
        </pc:spChg>
      </pc:sldChg>
      <pc:sldChg chg="modSp new del mod">
        <pc:chgData name="Orphée ADYA MOAPA" userId="81f85e27-801d-4dd2-909d-f392fe900ae8" providerId="ADAL" clId="{8CFAA1D6-4BBE-4A48-9011-8EB5BD602B4A}" dt="2025-10-19T18:18:55.363" v="7966" actId="2696"/>
        <pc:sldMkLst>
          <pc:docMk/>
          <pc:sldMk cId="2407190682" sldId="271"/>
        </pc:sldMkLst>
      </pc:sldChg>
      <pc:sldChg chg="addSp modSp new mod setBg">
        <pc:chgData name="Orphée ADYA MOAPA" userId="81f85e27-801d-4dd2-909d-f392fe900ae8" providerId="ADAL" clId="{8CFAA1D6-4BBE-4A48-9011-8EB5BD602B4A}" dt="2025-10-21T12:35:56.276" v="9382" actId="20577"/>
        <pc:sldMkLst>
          <pc:docMk/>
          <pc:sldMk cId="2730581755" sldId="272"/>
        </pc:sldMkLst>
        <pc:spChg chg="mod">
          <ac:chgData name="Orphée ADYA MOAPA" userId="81f85e27-801d-4dd2-909d-f392fe900ae8" providerId="ADAL" clId="{8CFAA1D6-4BBE-4A48-9011-8EB5BD602B4A}" dt="2025-10-20T00:00:30.475" v="8677" actId="26606"/>
          <ac:spMkLst>
            <pc:docMk/>
            <pc:sldMk cId="2730581755" sldId="272"/>
            <ac:spMk id="2" creationId="{19390ED0-B3E5-29DD-114C-78F771179AAF}"/>
          </ac:spMkLst>
        </pc:spChg>
        <pc:spChg chg="mod">
          <ac:chgData name="Orphée ADYA MOAPA" userId="81f85e27-801d-4dd2-909d-f392fe900ae8" providerId="ADAL" clId="{8CFAA1D6-4BBE-4A48-9011-8EB5BD602B4A}" dt="2025-10-21T12:35:56.276" v="9382" actId="20577"/>
          <ac:spMkLst>
            <pc:docMk/>
            <pc:sldMk cId="2730581755" sldId="272"/>
            <ac:spMk id="3" creationId="{25E474FB-C36E-F0F7-8AB1-6D2F8AC9F241}"/>
          </ac:spMkLst>
        </pc:spChg>
        <pc:spChg chg="add">
          <ac:chgData name="Orphée ADYA MOAPA" userId="81f85e27-801d-4dd2-909d-f392fe900ae8" providerId="ADAL" clId="{8CFAA1D6-4BBE-4A48-9011-8EB5BD602B4A}" dt="2025-10-20T00:00:30.475" v="8677" actId="26606"/>
          <ac:spMkLst>
            <pc:docMk/>
            <pc:sldMk cId="2730581755" sldId="272"/>
            <ac:spMk id="8" creationId="{1B15ED52-F352-441B-82BF-E0EA34836D08}"/>
          </ac:spMkLst>
        </pc:spChg>
        <pc:spChg chg="add">
          <ac:chgData name="Orphée ADYA MOAPA" userId="81f85e27-801d-4dd2-909d-f392fe900ae8" providerId="ADAL" clId="{8CFAA1D6-4BBE-4A48-9011-8EB5BD602B4A}" dt="2025-10-20T00:00:30.475" v="8677" actId="26606"/>
          <ac:spMkLst>
            <pc:docMk/>
            <pc:sldMk cId="2730581755" sldId="272"/>
            <ac:spMk id="10" creationId="{3B2E3793-BFE6-45A2-9B7B-E18844431C99}"/>
          </ac:spMkLst>
        </pc:spChg>
        <pc:spChg chg="add">
          <ac:chgData name="Orphée ADYA MOAPA" userId="81f85e27-801d-4dd2-909d-f392fe900ae8" providerId="ADAL" clId="{8CFAA1D6-4BBE-4A48-9011-8EB5BD602B4A}" dt="2025-10-20T00:00:30.475" v="8677" actId="26606"/>
          <ac:spMkLst>
            <pc:docMk/>
            <pc:sldMk cId="2730581755" sldId="272"/>
            <ac:spMk id="12" creationId="{BC4C4868-CB8F-4AF9-9CDB-8108F2C19B67}"/>
          </ac:spMkLst>
        </pc:spChg>
        <pc:spChg chg="add">
          <ac:chgData name="Orphée ADYA MOAPA" userId="81f85e27-801d-4dd2-909d-f392fe900ae8" providerId="ADAL" clId="{8CFAA1D6-4BBE-4A48-9011-8EB5BD602B4A}" dt="2025-10-20T00:00:30.475" v="8677" actId="26606"/>
          <ac:spMkLst>
            <pc:docMk/>
            <pc:sldMk cId="2730581755" sldId="272"/>
            <ac:spMk id="14" creationId="{375E0459-6403-40CD-989D-56A4407CA12E}"/>
          </ac:spMkLst>
        </pc:spChg>
        <pc:spChg chg="add">
          <ac:chgData name="Orphée ADYA MOAPA" userId="81f85e27-801d-4dd2-909d-f392fe900ae8" providerId="ADAL" clId="{8CFAA1D6-4BBE-4A48-9011-8EB5BD602B4A}" dt="2025-10-20T00:00:30.475" v="8677" actId="26606"/>
          <ac:spMkLst>
            <pc:docMk/>
            <pc:sldMk cId="2730581755" sldId="272"/>
            <ac:spMk id="16" creationId="{53E5B1A8-3AC9-4BD1-9BBC-78CA94F2D1BA}"/>
          </ac:spMkLst>
        </pc:spChg>
      </pc:sldChg>
      <pc:sldChg chg="new del">
        <pc:chgData name="Orphée ADYA MOAPA" userId="81f85e27-801d-4dd2-909d-f392fe900ae8" providerId="ADAL" clId="{8CFAA1D6-4BBE-4A48-9011-8EB5BD602B4A}" dt="2025-10-20T00:00:48.764" v="8678" actId="2696"/>
        <pc:sldMkLst>
          <pc:docMk/>
          <pc:sldMk cId="49410558" sldId="273"/>
        </pc:sldMkLst>
      </pc:sldChg>
      <pc:sldChg chg="addSp delSp modSp add del mod setBg delDesignElem">
        <pc:chgData name="Orphée ADYA MOAPA" userId="81f85e27-801d-4dd2-909d-f392fe900ae8" providerId="ADAL" clId="{8CFAA1D6-4BBE-4A48-9011-8EB5BD602B4A}" dt="2025-10-19T16:58:51.999" v="7051" actId="2696"/>
        <pc:sldMkLst>
          <pc:docMk/>
          <pc:sldMk cId="796249915" sldId="274"/>
        </pc:sldMkLst>
      </pc:sldChg>
      <pc:sldChg chg="addSp delSp modSp add mod">
        <pc:chgData name="Orphée ADYA MOAPA" userId="81f85e27-801d-4dd2-909d-f392fe900ae8" providerId="ADAL" clId="{8CFAA1D6-4BBE-4A48-9011-8EB5BD602B4A}" dt="2025-10-20T08:36:25.783" v="9082" actId="20577"/>
        <pc:sldMkLst>
          <pc:docMk/>
          <pc:sldMk cId="2734957885" sldId="275"/>
        </pc:sldMkLst>
        <pc:spChg chg="mod">
          <ac:chgData name="Orphée ADYA MOAPA" userId="81f85e27-801d-4dd2-909d-f392fe900ae8" providerId="ADAL" clId="{8CFAA1D6-4BBE-4A48-9011-8EB5BD602B4A}" dt="2025-10-19T16:43:22.752" v="6663" actId="26606"/>
          <ac:spMkLst>
            <pc:docMk/>
            <pc:sldMk cId="2734957885" sldId="275"/>
            <ac:spMk id="2" creationId="{D251D241-5221-30EF-EF05-D89D59ED7A61}"/>
          </ac:spMkLst>
        </pc:spChg>
        <pc:spChg chg="add del mod">
          <ac:chgData name="Orphée ADYA MOAPA" userId="81f85e27-801d-4dd2-909d-f392fe900ae8" providerId="ADAL" clId="{8CFAA1D6-4BBE-4A48-9011-8EB5BD602B4A}" dt="2025-10-20T08:36:25.783" v="9082" actId="20577"/>
          <ac:spMkLst>
            <pc:docMk/>
            <pc:sldMk cId="2734957885" sldId="275"/>
            <ac:spMk id="6" creationId="{99F41109-DA9B-B575-48D6-A39F44D69000}"/>
          </ac:spMkLst>
        </pc:spChg>
        <pc:spChg chg="add del">
          <ac:chgData name="Orphée ADYA MOAPA" userId="81f85e27-801d-4dd2-909d-f392fe900ae8" providerId="ADAL" clId="{8CFAA1D6-4BBE-4A48-9011-8EB5BD602B4A}" dt="2025-10-19T16:43:22.752" v="6663" actId="26606"/>
          <ac:spMkLst>
            <pc:docMk/>
            <pc:sldMk cId="2734957885" sldId="275"/>
            <ac:spMk id="10" creationId="{06F4B555-548D-E19D-F9AA-971900469C5D}"/>
          </ac:spMkLst>
        </pc:spChg>
        <pc:spChg chg="del">
          <ac:chgData name="Orphée ADYA MOAPA" userId="81f85e27-801d-4dd2-909d-f392fe900ae8" providerId="ADAL" clId="{8CFAA1D6-4BBE-4A48-9011-8EB5BD602B4A}" dt="2025-10-19T16:43:19.078" v="6662" actId="26606"/>
          <ac:spMkLst>
            <pc:docMk/>
            <pc:sldMk cId="2734957885" sldId="275"/>
            <ac:spMk id="12" creationId="{7D9ACD16-9DCE-F0CF-7D32-3596167C01B7}"/>
          </ac:spMkLst>
        </pc:spChg>
        <pc:spChg chg="add del">
          <ac:chgData name="Orphée ADYA MOAPA" userId="81f85e27-801d-4dd2-909d-f392fe900ae8" providerId="ADAL" clId="{8CFAA1D6-4BBE-4A48-9011-8EB5BD602B4A}" dt="2025-10-19T16:43:22.752" v="6663" actId="26606"/>
          <ac:spMkLst>
            <pc:docMk/>
            <pc:sldMk cId="2734957885" sldId="275"/>
            <ac:spMk id="14" creationId="{A8288EC5-7195-C9D7-DB39-C34AAB73E6EE}"/>
          </ac:spMkLst>
        </pc:spChg>
        <pc:spChg chg="add del">
          <ac:chgData name="Orphée ADYA MOAPA" userId="81f85e27-801d-4dd2-909d-f392fe900ae8" providerId="ADAL" clId="{8CFAA1D6-4BBE-4A48-9011-8EB5BD602B4A}" dt="2025-10-19T16:43:22.752" v="6663" actId="26606"/>
          <ac:spMkLst>
            <pc:docMk/>
            <pc:sldMk cId="2734957885" sldId="275"/>
            <ac:spMk id="16" creationId="{EE0EAB3F-B0F1-E3C3-A35A-ED64A0D58F59}"/>
          </ac:spMkLst>
        </pc:spChg>
        <pc:spChg chg="add">
          <ac:chgData name="Orphée ADYA MOAPA" userId="81f85e27-801d-4dd2-909d-f392fe900ae8" providerId="ADAL" clId="{8CFAA1D6-4BBE-4A48-9011-8EB5BD602B4A}" dt="2025-10-19T16:43:22.752" v="6663" actId="26606"/>
          <ac:spMkLst>
            <pc:docMk/>
            <pc:sldMk cId="2734957885" sldId="275"/>
            <ac:spMk id="18" creationId="{4FC99901-4340-2CEA-A415-D79D4939A7C4}"/>
          </ac:spMkLst>
        </pc:spChg>
        <pc:picChg chg="add mod">
          <ac:chgData name="Orphée ADYA MOAPA" userId="81f85e27-801d-4dd2-909d-f392fe900ae8" providerId="ADAL" clId="{8CFAA1D6-4BBE-4A48-9011-8EB5BD602B4A}" dt="2025-10-20T08:33:22.038" v="9073" actId="1076"/>
          <ac:picMkLst>
            <pc:docMk/>
            <pc:sldMk cId="2734957885" sldId="275"/>
            <ac:picMk id="4" creationId="{E512F96D-B8CC-00F2-BE47-83972D1F7EBA}"/>
          </ac:picMkLst>
        </pc:picChg>
        <pc:picChg chg="add del mod">
          <ac:chgData name="Orphée ADYA MOAPA" userId="81f85e27-801d-4dd2-909d-f392fe900ae8" providerId="ADAL" clId="{8CFAA1D6-4BBE-4A48-9011-8EB5BD602B4A}" dt="2025-10-20T08:26:50.745" v="8792" actId="478"/>
          <ac:picMkLst>
            <pc:docMk/>
            <pc:sldMk cId="2734957885" sldId="275"/>
            <ac:picMk id="15" creationId="{8B5B500D-EEFF-8083-49EE-ACE5AB7B3750}"/>
          </ac:picMkLst>
        </pc:picChg>
      </pc:sldChg>
      <pc:sldChg chg="addSp delSp modSp add mod">
        <pc:chgData name="Orphée ADYA MOAPA" userId="81f85e27-801d-4dd2-909d-f392fe900ae8" providerId="ADAL" clId="{8CFAA1D6-4BBE-4A48-9011-8EB5BD602B4A}" dt="2025-10-20T08:36:20.774" v="9081" actId="20577"/>
        <pc:sldMkLst>
          <pc:docMk/>
          <pc:sldMk cId="1384716108" sldId="276"/>
        </pc:sldMkLst>
        <pc:spChg chg="mod">
          <ac:chgData name="Orphée ADYA MOAPA" userId="81f85e27-801d-4dd2-909d-f392fe900ae8" providerId="ADAL" clId="{8CFAA1D6-4BBE-4A48-9011-8EB5BD602B4A}" dt="2025-10-19T16:44:01.414" v="6669" actId="20577"/>
          <ac:spMkLst>
            <pc:docMk/>
            <pc:sldMk cId="1384716108" sldId="276"/>
            <ac:spMk id="2" creationId="{0A119635-62D4-74E2-A212-314F90CC2C99}"/>
          </ac:spMkLst>
        </pc:spChg>
        <pc:spChg chg="mod">
          <ac:chgData name="Orphée ADYA MOAPA" userId="81f85e27-801d-4dd2-909d-f392fe900ae8" providerId="ADAL" clId="{8CFAA1D6-4BBE-4A48-9011-8EB5BD602B4A}" dt="2025-10-20T08:36:20.774" v="9081" actId="20577"/>
          <ac:spMkLst>
            <pc:docMk/>
            <pc:sldMk cId="1384716108" sldId="276"/>
            <ac:spMk id="6" creationId="{DEC37DF2-DA04-2A14-5FE8-3F20DE2E845B}"/>
          </ac:spMkLst>
        </pc:spChg>
        <pc:picChg chg="add mod">
          <ac:chgData name="Orphée ADYA MOAPA" userId="81f85e27-801d-4dd2-909d-f392fe900ae8" providerId="ADAL" clId="{8CFAA1D6-4BBE-4A48-9011-8EB5BD602B4A}" dt="2025-10-20T08:29:11.243" v="8832" actId="1076"/>
          <ac:picMkLst>
            <pc:docMk/>
            <pc:sldMk cId="1384716108" sldId="276"/>
            <ac:picMk id="4" creationId="{BD1BC171-302D-F02C-1988-7DD1139538D4}"/>
          </ac:picMkLst>
        </pc:picChg>
        <pc:picChg chg="add del mod">
          <ac:chgData name="Orphée ADYA MOAPA" userId="81f85e27-801d-4dd2-909d-f392fe900ae8" providerId="ADAL" clId="{8CFAA1D6-4BBE-4A48-9011-8EB5BD602B4A}" dt="2025-10-20T08:29:03.922" v="8830" actId="478"/>
          <ac:picMkLst>
            <pc:docMk/>
            <pc:sldMk cId="1384716108" sldId="276"/>
            <ac:picMk id="7" creationId="{1FD67C33-837E-7F1B-47AE-6E7A6733E521}"/>
          </ac:picMkLst>
        </pc:picChg>
      </pc:sldChg>
      <pc:sldChg chg="addSp delSp modSp add mod">
        <pc:chgData name="Orphée ADYA MOAPA" userId="81f85e27-801d-4dd2-909d-f392fe900ae8" providerId="ADAL" clId="{8CFAA1D6-4BBE-4A48-9011-8EB5BD602B4A}" dt="2025-10-20T08:35:31.767" v="9078" actId="1076"/>
        <pc:sldMkLst>
          <pc:docMk/>
          <pc:sldMk cId="2128065836" sldId="277"/>
        </pc:sldMkLst>
        <pc:spChg chg="mod">
          <ac:chgData name="Orphée ADYA MOAPA" userId="81f85e27-801d-4dd2-909d-f392fe900ae8" providerId="ADAL" clId="{8CFAA1D6-4BBE-4A48-9011-8EB5BD602B4A}" dt="2025-10-19T16:49:18.656" v="6819" actId="20577"/>
          <ac:spMkLst>
            <pc:docMk/>
            <pc:sldMk cId="2128065836" sldId="277"/>
            <ac:spMk id="2" creationId="{D9E922E9-BA49-488C-856E-64A6E8E8434A}"/>
          </ac:spMkLst>
        </pc:spChg>
        <pc:spChg chg="mod">
          <ac:chgData name="Orphée ADYA MOAPA" userId="81f85e27-801d-4dd2-909d-f392fe900ae8" providerId="ADAL" clId="{8CFAA1D6-4BBE-4A48-9011-8EB5BD602B4A}" dt="2025-10-19T18:13:43.727" v="7794" actId="1076"/>
          <ac:spMkLst>
            <pc:docMk/>
            <pc:sldMk cId="2128065836" sldId="277"/>
            <ac:spMk id="6" creationId="{1EFF1938-0672-9CC3-0E05-7BF4D975E981}"/>
          </ac:spMkLst>
        </pc:spChg>
        <pc:picChg chg="add mod">
          <ac:chgData name="Orphée ADYA MOAPA" userId="81f85e27-801d-4dd2-909d-f392fe900ae8" providerId="ADAL" clId="{8CFAA1D6-4BBE-4A48-9011-8EB5BD602B4A}" dt="2025-10-20T08:35:31.767" v="9078" actId="1076"/>
          <ac:picMkLst>
            <pc:docMk/>
            <pc:sldMk cId="2128065836" sldId="277"/>
            <ac:picMk id="4" creationId="{D8637937-12D8-6FD2-53EE-97EC199D170E}"/>
          </ac:picMkLst>
        </pc:picChg>
        <pc:picChg chg="add del mod">
          <ac:chgData name="Orphée ADYA MOAPA" userId="81f85e27-801d-4dd2-909d-f392fe900ae8" providerId="ADAL" clId="{8CFAA1D6-4BBE-4A48-9011-8EB5BD602B4A}" dt="2025-10-20T08:35:22.883" v="9075" actId="478"/>
          <ac:picMkLst>
            <pc:docMk/>
            <pc:sldMk cId="2128065836" sldId="277"/>
            <ac:picMk id="8" creationId="{804099E9-3D1E-F018-AFD0-39BE29E06F08}"/>
          </ac:picMkLst>
        </pc:picChg>
      </pc:sldChg>
      <pc:sldChg chg="addSp delSp modSp add mod">
        <pc:chgData name="Orphée ADYA MOAPA" userId="81f85e27-801d-4dd2-909d-f392fe900ae8" providerId="ADAL" clId="{8CFAA1D6-4BBE-4A48-9011-8EB5BD602B4A}" dt="2025-10-19T18:46:54.913" v="8129" actId="1076"/>
        <pc:sldMkLst>
          <pc:docMk/>
          <pc:sldMk cId="3268762236" sldId="278"/>
        </pc:sldMkLst>
        <pc:spChg chg="mod">
          <ac:chgData name="Orphée ADYA MOAPA" userId="81f85e27-801d-4dd2-909d-f392fe900ae8" providerId="ADAL" clId="{8CFAA1D6-4BBE-4A48-9011-8EB5BD602B4A}" dt="2025-10-19T16:51:08.236" v="6864" actId="20577"/>
          <ac:spMkLst>
            <pc:docMk/>
            <pc:sldMk cId="3268762236" sldId="278"/>
            <ac:spMk id="2" creationId="{15239F2D-0AEF-5189-9928-9E88D082CB7B}"/>
          </ac:spMkLst>
        </pc:spChg>
        <pc:spChg chg="mod">
          <ac:chgData name="Orphée ADYA MOAPA" userId="81f85e27-801d-4dd2-909d-f392fe900ae8" providerId="ADAL" clId="{8CFAA1D6-4BBE-4A48-9011-8EB5BD602B4A}" dt="2025-10-19T18:15:14.936" v="7927" actId="1076"/>
          <ac:spMkLst>
            <pc:docMk/>
            <pc:sldMk cId="3268762236" sldId="278"/>
            <ac:spMk id="6" creationId="{0D92F429-81AF-0DD4-6DCB-0127051E037B}"/>
          </ac:spMkLst>
        </pc:spChg>
        <pc:picChg chg="add mod">
          <ac:chgData name="Orphée ADYA MOAPA" userId="81f85e27-801d-4dd2-909d-f392fe900ae8" providerId="ADAL" clId="{8CFAA1D6-4BBE-4A48-9011-8EB5BD602B4A}" dt="2025-10-19T18:46:54.913" v="8129" actId="1076"/>
          <ac:picMkLst>
            <pc:docMk/>
            <pc:sldMk cId="3268762236" sldId="278"/>
            <ac:picMk id="8" creationId="{B2F93ACF-7DE7-71FF-8AD7-8FA6697DDF8C}"/>
          </ac:picMkLst>
        </pc:picChg>
      </pc:sldChg>
      <pc:sldChg chg="addSp delSp modSp add mod">
        <pc:chgData name="Orphée ADYA MOAPA" userId="81f85e27-801d-4dd2-909d-f392fe900ae8" providerId="ADAL" clId="{8CFAA1D6-4BBE-4A48-9011-8EB5BD602B4A}" dt="2025-10-20T08:36:33.784" v="9083" actId="20577"/>
        <pc:sldMkLst>
          <pc:docMk/>
          <pc:sldMk cId="176845394" sldId="279"/>
        </pc:sldMkLst>
        <pc:spChg chg="mod">
          <ac:chgData name="Orphée ADYA MOAPA" userId="81f85e27-801d-4dd2-909d-f392fe900ae8" providerId="ADAL" clId="{8CFAA1D6-4BBE-4A48-9011-8EB5BD602B4A}" dt="2025-10-19T17:11:54.085" v="7339" actId="26606"/>
          <ac:spMkLst>
            <pc:docMk/>
            <pc:sldMk cId="176845394" sldId="279"/>
            <ac:spMk id="2" creationId="{DD5A4D33-E912-2681-AF0E-592A9BECF58D}"/>
          </ac:spMkLst>
        </pc:spChg>
        <pc:spChg chg="mod">
          <ac:chgData name="Orphée ADYA MOAPA" userId="81f85e27-801d-4dd2-909d-f392fe900ae8" providerId="ADAL" clId="{8CFAA1D6-4BBE-4A48-9011-8EB5BD602B4A}" dt="2025-10-20T08:36:33.784" v="9083" actId="20577"/>
          <ac:spMkLst>
            <pc:docMk/>
            <pc:sldMk cId="176845394" sldId="279"/>
            <ac:spMk id="6" creationId="{43994A4D-850D-57E9-55F9-4C63A25D823D}"/>
          </ac:spMkLst>
        </pc:spChg>
        <pc:spChg chg="add del">
          <ac:chgData name="Orphée ADYA MOAPA" userId="81f85e27-801d-4dd2-909d-f392fe900ae8" providerId="ADAL" clId="{8CFAA1D6-4BBE-4A48-9011-8EB5BD602B4A}" dt="2025-10-19T17:11:54.085" v="7339" actId="26606"/>
          <ac:spMkLst>
            <pc:docMk/>
            <pc:sldMk cId="176845394" sldId="279"/>
            <ac:spMk id="10" creationId="{A55D4D0B-9D81-8F38-E79D-D411B9396931}"/>
          </ac:spMkLst>
        </pc:spChg>
        <pc:spChg chg="add del">
          <ac:chgData name="Orphée ADYA MOAPA" userId="81f85e27-801d-4dd2-909d-f392fe900ae8" providerId="ADAL" clId="{8CFAA1D6-4BBE-4A48-9011-8EB5BD602B4A}" dt="2025-10-19T17:11:54.085" v="7339" actId="26606"/>
          <ac:spMkLst>
            <pc:docMk/>
            <pc:sldMk cId="176845394" sldId="279"/>
            <ac:spMk id="12" creationId="{86F164BF-E5E1-3CDF-7381-A92CB109EE9E}"/>
          </ac:spMkLst>
        </pc:spChg>
        <pc:spChg chg="add del">
          <ac:chgData name="Orphée ADYA MOAPA" userId="81f85e27-801d-4dd2-909d-f392fe900ae8" providerId="ADAL" clId="{8CFAA1D6-4BBE-4A48-9011-8EB5BD602B4A}" dt="2025-10-19T17:11:54.085" v="7339" actId="26606"/>
          <ac:spMkLst>
            <pc:docMk/>
            <pc:sldMk cId="176845394" sldId="279"/>
            <ac:spMk id="14" creationId="{A9908366-3E39-633A-0C96-FCD2FAF751B6}"/>
          </ac:spMkLst>
        </pc:spChg>
        <pc:spChg chg="add del">
          <ac:chgData name="Orphée ADYA MOAPA" userId="81f85e27-801d-4dd2-909d-f392fe900ae8" providerId="ADAL" clId="{8CFAA1D6-4BBE-4A48-9011-8EB5BD602B4A}" dt="2025-10-19T17:11:54.085" v="7339" actId="26606"/>
          <ac:spMkLst>
            <pc:docMk/>
            <pc:sldMk cId="176845394" sldId="279"/>
            <ac:spMk id="16" creationId="{319BA51C-C493-545E-87CC-6FC47E26FBED}"/>
          </ac:spMkLst>
        </pc:spChg>
        <pc:spChg chg="add del">
          <ac:chgData name="Orphée ADYA MOAPA" userId="81f85e27-801d-4dd2-909d-f392fe900ae8" providerId="ADAL" clId="{8CFAA1D6-4BBE-4A48-9011-8EB5BD602B4A}" dt="2025-10-19T17:11:54.085" v="7339" actId="26606"/>
          <ac:spMkLst>
            <pc:docMk/>
            <pc:sldMk cId="176845394" sldId="279"/>
            <ac:spMk id="18" creationId="{F498B70A-578F-AF04-731E-35D8735811CF}"/>
          </ac:spMkLst>
        </pc:spChg>
        <pc:picChg chg="add mod">
          <ac:chgData name="Orphée ADYA MOAPA" userId="81f85e27-801d-4dd2-909d-f392fe900ae8" providerId="ADAL" clId="{8CFAA1D6-4BBE-4A48-9011-8EB5BD602B4A}" dt="2025-10-19T18:46:39.849" v="8124" actId="1076"/>
          <ac:picMkLst>
            <pc:docMk/>
            <pc:sldMk cId="176845394" sldId="279"/>
            <ac:picMk id="11" creationId="{1D267C78-B916-73DC-3EA1-634EFA881D84}"/>
          </ac:picMkLst>
        </pc:picChg>
        <pc:picChg chg="add mod">
          <ac:chgData name="Orphée ADYA MOAPA" userId="81f85e27-801d-4dd2-909d-f392fe900ae8" providerId="ADAL" clId="{8CFAA1D6-4BBE-4A48-9011-8EB5BD602B4A}" dt="2025-10-19T18:46:42.140" v="8125" actId="1076"/>
          <ac:picMkLst>
            <pc:docMk/>
            <pc:sldMk cId="176845394" sldId="279"/>
            <ac:picMk id="15" creationId="{0CDE97A5-F06C-C6E3-44BE-8073C79FC22C}"/>
          </ac:picMkLst>
        </pc:picChg>
      </pc:sldChg>
      <pc:sldChg chg="add del">
        <pc:chgData name="Orphée ADYA MOAPA" userId="81f85e27-801d-4dd2-909d-f392fe900ae8" providerId="ADAL" clId="{8CFAA1D6-4BBE-4A48-9011-8EB5BD602B4A}" dt="2025-10-19T16:58:54.707" v="7052" actId="2696"/>
        <pc:sldMkLst>
          <pc:docMk/>
          <pc:sldMk cId="2558738933" sldId="279"/>
        </pc:sldMkLst>
      </pc:sldChg>
      <pc:sldChg chg="addSp delSp modSp add mod">
        <pc:chgData name="Orphée ADYA MOAPA" userId="81f85e27-801d-4dd2-909d-f392fe900ae8" providerId="ADAL" clId="{8CFAA1D6-4BBE-4A48-9011-8EB5BD602B4A}" dt="2025-10-19T18:46:57.501" v="8130" actId="1076"/>
        <pc:sldMkLst>
          <pc:docMk/>
          <pc:sldMk cId="2569214965" sldId="280"/>
        </pc:sldMkLst>
        <pc:spChg chg="mod">
          <ac:chgData name="Orphée ADYA MOAPA" userId="81f85e27-801d-4dd2-909d-f392fe900ae8" providerId="ADAL" clId="{8CFAA1D6-4BBE-4A48-9011-8EB5BD602B4A}" dt="2025-10-19T18:13:11.420" v="7781" actId="20577"/>
          <ac:spMkLst>
            <pc:docMk/>
            <pc:sldMk cId="2569214965" sldId="280"/>
            <ac:spMk id="2" creationId="{3426B5F3-8E54-24B8-90A9-B1C713EAF581}"/>
          </ac:spMkLst>
        </pc:spChg>
        <pc:spChg chg="mod">
          <ac:chgData name="Orphée ADYA MOAPA" userId="81f85e27-801d-4dd2-909d-f392fe900ae8" providerId="ADAL" clId="{8CFAA1D6-4BBE-4A48-9011-8EB5BD602B4A}" dt="2025-10-19T18:39:16.980" v="8091" actId="20577"/>
          <ac:spMkLst>
            <pc:docMk/>
            <pc:sldMk cId="2569214965" sldId="280"/>
            <ac:spMk id="6" creationId="{5CC6E905-185F-2934-81B8-9061B739B269}"/>
          </ac:spMkLst>
        </pc:spChg>
        <pc:picChg chg="add mod">
          <ac:chgData name="Orphée ADYA MOAPA" userId="81f85e27-801d-4dd2-909d-f392fe900ae8" providerId="ADAL" clId="{8CFAA1D6-4BBE-4A48-9011-8EB5BD602B4A}" dt="2025-10-19T18:46:57.501" v="8130" actId="1076"/>
          <ac:picMkLst>
            <pc:docMk/>
            <pc:sldMk cId="2569214965" sldId="280"/>
            <ac:picMk id="5" creationId="{A10E157A-B2CA-EC69-D247-B32E8B18F1C6}"/>
          </ac:picMkLst>
        </pc:picChg>
      </pc:sldChg>
      <pc:sldChg chg="modSp add mod">
        <pc:chgData name="Orphée ADYA MOAPA" userId="81f85e27-801d-4dd2-909d-f392fe900ae8" providerId="ADAL" clId="{8CFAA1D6-4BBE-4A48-9011-8EB5BD602B4A}" dt="2025-10-21T12:36:35.539" v="9391" actId="20577"/>
        <pc:sldMkLst>
          <pc:docMk/>
          <pc:sldMk cId="1892918113" sldId="281"/>
        </pc:sldMkLst>
        <pc:spChg chg="mod">
          <ac:chgData name="Orphée ADYA MOAPA" userId="81f85e27-801d-4dd2-909d-f392fe900ae8" providerId="ADAL" clId="{8CFAA1D6-4BBE-4A48-9011-8EB5BD602B4A}" dt="2025-10-21T12:36:35.539" v="9391" actId="20577"/>
          <ac:spMkLst>
            <pc:docMk/>
            <pc:sldMk cId="1892918113" sldId="281"/>
            <ac:spMk id="2" creationId="{DFF109D5-451D-EE62-6140-204CEDC72B60}"/>
          </ac:spMkLst>
        </pc:spChg>
        <pc:spChg chg="mod">
          <ac:chgData name="Orphée ADYA MOAPA" userId="81f85e27-801d-4dd2-909d-f392fe900ae8" providerId="ADAL" clId="{8CFAA1D6-4BBE-4A48-9011-8EB5BD602B4A}" dt="2025-10-19T18:17:53.139" v="7950"/>
          <ac:spMkLst>
            <pc:docMk/>
            <pc:sldMk cId="1892918113" sldId="281"/>
            <ac:spMk id="3" creationId="{C8B427E5-C2AA-A5D5-F6B4-9CC624857279}"/>
          </ac:spMkLst>
        </pc:spChg>
      </pc:sldChg>
      <pc:sldChg chg="addSp delSp modSp add mod">
        <pc:chgData name="Orphée ADYA MOAPA" userId="81f85e27-801d-4dd2-909d-f392fe900ae8" providerId="ADAL" clId="{8CFAA1D6-4BBE-4A48-9011-8EB5BD602B4A}" dt="2025-10-20T08:37:07.554" v="9094" actId="20577"/>
        <pc:sldMkLst>
          <pc:docMk/>
          <pc:sldMk cId="1484126857" sldId="282"/>
        </pc:sldMkLst>
        <pc:spChg chg="mod">
          <ac:chgData name="Orphée ADYA MOAPA" userId="81f85e27-801d-4dd2-909d-f392fe900ae8" providerId="ADAL" clId="{8CFAA1D6-4BBE-4A48-9011-8EB5BD602B4A}" dt="2025-10-19T23:41:09.947" v="8357" actId="14100"/>
          <ac:spMkLst>
            <pc:docMk/>
            <pc:sldMk cId="1484126857" sldId="282"/>
            <ac:spMk id="2" creationId="{2F3F39DA-CDE9-146D-72C5-50F556E5458F}"/>
          </ac:spMkLst>
        </pc:spChg>
        <pc:spChg chg="mod">
          <ac:chgData name="Orphée ADYA MOAPA" userId="81f85e27-801d-4dd2-909d-f392fe900ae8" providerId="ADAL" clId="{8CFAA1D6-4BBE-4A48-9011-8EB5BD602B4A}" dt="2025-10-20T08:37:07.554" v="9094" actId="20577"/>
          <ac:spMkLst>
            <pc:docMk/>
            <pc:sldMk cId="1484126857" sldId="282"/>
            <ac:spMk id="6" creationId="{DC60710A-7F52-DA5B-350F-71EAEE2ADCCB}"/>
          </ac:spMkLst>
        </pc:spChg>
        <pc:picChg chg="add mod">
          <ac:chgData name="Orphée ADYA MOAPA" userId="81f85e27-801d-4dd2-909d-f392fe900ae8" providerId="ADAL" clId="{8CFAA1D6-4BBE-4A48-9011-8EB5BD602B4A}" dt="2025-10-19T23:47:07.982" v="8419" actId="1076"/>
          <ac:picMkLst>
            <pc:docMk/>
            <pc:sldMk cId="1484126857" sldId="282"/>
            <ac:picMk id="4" creationId="{ECC77D39-F03C-8165-C73A-F2E047944F6E}"/>
          </ac:picMkLst>
        </pc:picChg>
      </pc:sldChg>
      <pc:sldChg chg="addSp delSp modSp add mod">
        <pc:chgData name="Orphée ADYA MOAPA" userId="81f85e27-801d-4dd2-909d-f392fe900ae8" providerId="ADAL" clId="{8CFAA1D6-4BBE-4A48-9011-8EB5BD602B4A}" dt="2025-10-20T08:36:07.231" v="9080" actId="20577"/>
        <pc:sldMkLst>
          <pc:docMk/>
          <pc:sldMk cId="2408636353" sldId="283"/>
        </pc:sldMkLst>
        <pc:spChg chg="mod">
          <ac:chgData name="Orphée ADYA MOAPA" userId="81f85e27-801d-4dd2-909d-f392fe900ae8" providerId="ADAL" clId="{8CFAA1D6-4BBE-4A48-9011-8EB5BD602B4A}" dt="2025-10-19T23:49:00.832" v="8427" actId="20577"/>
          <ac:spMkLst>
            <pc:docMk/>
            <pc:sldMk cId="2408636353" sldId="283"/>
            <ac:spMk id="2" creationId="{0A2455AE-8515-B18D-8463-6CB906E2F69A}"/>
          </ac:spMkLst>
        </pc:spChg>
        <pc:spChg chg="mod">
          <ac:chgData name="Orphée ADYA MOAPA" userId="81f85e27-801d-4dd2-909d-f392fe900ae8" providerId="ADAL" clId="{8CFAA1D6-4BBE-4A48-9011-8EB5BD602B4A}" dt="2025-10-20T08:36:07.231" v="9080" actId="20577"/>
          <ac:spMkLst>
            <pc:docMk/>
            <pc:sldMk cId="2408636353" sldId="283"/>
            <ac:spMk id="6" creationId="{031A169D-1F3B-22B1-EC30-354CB0096E8A}"/>
          </ac:spMkLst>
        </pc:spChg>
        <pc:picChg chg="add mod">
          <ac:chgData name="Orphée ADYA MOAPA" userId="81f85e27-801d-4dd2-909d-f392fe900ae8" providerId="ADAL" clId="{8CFAA1D6-4BBE-4A48-9011-8EB5BD602B4A}" dt="2025-10-19T23:58:14.064" v="8676" actId="1076"/>
          <ac:picMkLst>
            <pc:docMk/>
            <pc:sldMk cId="2408636353" sldId="283"/>
            <ac:picMk id="4" creationId="{6BE9F903-BB04-0F7B-A6D0-2B7289514BDA}"/>
          </ac:picMkLst>
        </pc:picChg>
      </pc:sldChg>
      <pc:sldChg chg="addSp delSp modSp add mod">
        <pc:chgData name="Orphée ADYA MOAPA" userId="81f85e27-801d-4dd2-909d-f392fe900ae8" providerId="ADAL" clId="{8CFAA1D6-4BBE-4A48-9011-8EB5BD602B4A}" dt="2025-10-20T08:35:54.619" v="9079" actId="20577"/>
        <pc:sldMkLst>
          <pc:docMk/>
          <pc:sldMk cId="196697105" sldId="284"/>
        </pc:sldMkLst>
        <pc:spChg chg="mod">
          <ac:chgData name="Orphée ADYA MOAPA" userId="81f85e27-801d-4dd2-909d-f392fe900ae8" providerId="ADAL" clId="{8CFAA1D6-4BBE-4A48-9011-8EB5BD602B4A}" dt="2025-10-19T23:50:03.159" v="8433" actId="20577"/>
          <ac:spMkLst>
            <pc:docMk/>
            <pc:sldMk cId="196697105" sldId="284"/>
            <ac:spMk id="2" creationId="{9B1570BA-CF07-5850-348F-F138265EADA2}"/>
          </ac:spMkLst>
        </pc:spChg>
        <pc:spChg chg="mod">
          <ac:chgData name="Orphée ADYA MOAPA" userId="81f85e27-801d-4dd2-909d-f392fe900ae8" providerId="ADAL" clId="{8CFAA1D6-4BBE-4A48-9011-8EB5BD602B4A}" dt="2025-10-20T08:35:54.619" v="9079" actId="20577"/>
          <ac:spMkLst>
            <pc:docMk/>
            <pc:sldMk cId="196697105" sldId="284"/>
            <ac:spMk id="6" creationId="{BC4699DF-1613-F39A-E7D5-CC05ABB1E056}"/>
          </ac:spMkLst>
        </pc:spChg>
        <pc:picChg chg="add mod">
          <ac:chgData name="Orphée ADYA MOAPA" userId="81f85e27-801d-4dd2-909d-f392fe900ae8" providerId="ADAL" clId="{8CFAA1D6-4BBE-4A48-9011-8EB5BD602B4A}" dt="2025-10-19T23:53:26.711" v="8556" actId="1076"/>
          <ac:picMkLst>
            <pc:docMk/>
            <pc:sldMk cId="196697105" sldId="284"/>
            <ac:picMk id="4" creationId="{6FBBE034-F37B-296F-1A8E-119ABC7C01D2}"/>
          </ac:picMkLst>
        </pc:picChg>
      </pc:sldChg>
      <pc:sldChg chg="new del">
        <pc:chgData name="Orphée ADYA MOAPA" userId="81f85e27-801d-4dd2-909d-f392fe900ae8" providerId="ADAL" clId="{8CFAA1D6-4BBE-4A48-9011-8EB5BD602B4A}" dt="2025-10-21T09:31:49.798" v="9212" actId="2696"/>
        <pc:sldMkLst>
          <pc:docMk/>
          <pc:sldMk cId="2440520156" sldId="285"/>
        </pc:sldMkLst>
      </pc:sldChg>
      <pc:sldChg chg="delSp modSp new del mod">
        <pc:chgData name="Orphée ADYA MOAPA" userId="81f85e27-801d-4dd2-909d-f392fe900ae8" providerId="ADAL" clId="{8CFAA1D6-4BBE-4A48-9011-8EB5BD602B4A}" dt="2025-10-20T14:37:10.220" v="9209" actId="2696"/>
        <pc:sldMkLst>
          <pc:docMk/>
          <pc:sldMk cId="2717708502" sldId="285"/>
        </pc:sldMkLst>
        <pc:spChg chg="del mod">
          <ac:chgData name="Orphée ADYA MOAPA" userId="81f85e27-801d-4dd2-909d-f392fe900ae8" providerId="ADAL" clId="{8CFAA1D6-4BBE-4A48-9011-8EB5BD602B4A}" dt="2025-10-20T14:35:55.071" v="9208" actId="478"/>
          <ac:spMkLst>
            <pc:docMk/>
            <pc:sldMk cId="2717708502" sldId="285"/>
            <ac:spMk id="3" creationId="{719E65E4-DE18-E5A9-6019-9DFF53E49488}"/>
          </ac:spMkLst>
        </pc:spChg>
      </pc:sldChg>
      <pc:sldChg chg="addSp delSp modSp new del mod setBg">
        <pc:chgData name="Orphée ADYA MOAPA" userId="81f85e27-801d-4dd2-909d-f392fe900ae8" providerId="ADAL" clId="{8CFAA1D6-4BBE-4A48-9011-8EB5BD602B4A}" dt="2025-10-21T09:54:11.425" v="9380" actId="2696"/>
        <pc:sldMkLst>
          <pc:docMk/>
          <pc:sldMk cId="3104915467" sldId="286"/>
        </pc:sldMkLst>
        <pc:spChg chg="mod">
          <ac:chgData name="Orphée ADYA MOAPA" userId="81f85e27-801d-4dd2-909d-f392fe900ae8" providerId="ADAL" clId="{8CFAA1D6-4BBE-4A48-9011-8EB5BD602B4A}" dt="2025-10-21T09:45:09.270" v="9312" actId="27636"/>
          <ac:spMkLst>
            <pc:docMk/>
            <pc:sldMk cId="3104915467" sldId="286"/>
            <ac:spMk id="2" creationId="{F5390294-95A8-EC02-AACA-82E60C270AEC}"/>
          </ac:spMkLst>
        </pc:spChg>
        <pc:spChg chg="add del mod">
          <ac:chgData name="Orphée ADYA MOAPA" userId="81f85e27-801d-4dd2-909d-f392fe900ae8" providerId="ADAL" clId="{8CFAA1D6-4BBE-4A48-9011-8EB5BD602B4A}" dt="2025-10-21T09:38:15.041" v="9310" actId="26606"/>
          <ac:spMkLst>
            <pc:docMk/>
            <pc:sldMk cId="3104915467" sldId="286"/>
            <ac:spMk id="3" creationId="{ED636C2D-B6B0-0912-5303-F98CA7016105}"/>
          </ac:spMkLst>
        </pc:spChg>
        <pc:spChg chg="add mod">
          <ac:chgData name="Orphée ADYA MOAPA" userId="81f85e27-801d-4dd2-909d-f392fe900ae8" providerId="ADAL" clId="{8CFAA1D6-4BBE-4A48-9011-8EB5BD602B4A}" dt="2025-10-21T09:38:15.041" v="9310" actId="26606"/>
          <ac:spMkLst>
            <pc:docMk/>
            <pc:sldMk cId="3104915467" sldId="286"/>
            <ac:spMk id="4" creationId="{0B5F2B7D-56E7-B871-6567-A6B825642227}"/>
          </ac:spMkLst>
        </pc:spChg>
        <pc:spChg chg="add mod">
          <ac:chgData name="Orphée ADYA MOAPA" userId="81f85e27-801d-4dd2-909d-f392fe900ae8" providerId="ADAL" clId="{8CFAA1D6-4BBE-4A48-9011-8EB5BD602B4A}" dt="2025-10-21T09:38:15.041" v="9310" actId="26606"/>
          <ac:spMkLst>
            <pc:docMk/>
            <pc:sldMk cId="3104915467" sldId="286"/>
            <ac:spMk id="5" creationId="{141E9318-D3CE-388C-62F5-3EB78048B699}"/>
          </ac:spMkLst>
        </pc:spChg>
        <pc:spChg chg="add mod">
          <ac:chgData name="Orphée ADYA MOAPA" userId="81f85e27-801d-4dd2-909d-f392fe900ae8" providerId="ADAL" clId="{8CFAA1D6-4BBE-4A48-9011-8EB5BD602B4A}" dt="2025-10-21T09:38:15.041" v="9310" actId="26606"/>
          <ac:spMkLst>
            <pc:docMk/>
            <pc:sldMk cId="3104915467" sldId="286"/>
            <ac:spMk id="6" creationId="{A8C19A9B-5D2A-7B90-9F0D-0D079E0616E9}"/>
          </ac:spMkLst>
        </pc:spChg>
        <pc:spChg chg="add mod">
          <ac:chgData name="Orphée ADYA MOAPA" userId="81f85e27-801d-4dd2-909d-f392fe900ae8" providerId="ADAL" clId="{8CFAA1D6-4BBE-4A48-9011-8EB5BD602B4A}" dt="2025-10-21T09:45:20.426" v="9313" actId="1076"/>
          <ac:spMkLst>
            <pc:docMk/>
            <pc:sldMk cId="3104915467" sldId="286"/>
            <ac:spMk id="7" creationId="{7451CC50-544E-65D9-6A18-6D1DB857DB5F}"/>
          </ac:spMkLst>
        </pc:spChg>
        <pc:spChg chg="add del">
          <ac:chgData name="Orphée ADYA MOAPA" userId="81f85e27-801d-4dd2-909d-f392fe900ae8" providerId="ADAL" clId="{8CFAA1D6-4BBE-4A48-9011-8EB5BD602B4A}" dt="2025-10-21T09:38:13.119" v="9308" actId="26606"/>
          <ac:spMkLst>
            <pc:docMk/>
            <pc:sldMk cId="3104915467" sldId="286"/>
            <ac:spMk id="13" creationId="{BACC6370-2D7E-4714-9D71-7542949D7D5D}"/>
          </ac:spMkLst>
        </pc:spChg>
        <pc:spChg chg="add del">
          <ac:chgData name="Orphée ADYA MOAPA" userId="81f85e27-801d-4dd2-909d-f392fe900ae8" providerId="ADAL" clId="{8CFAA1D6-4BBE-4A48-9011-8EB5BD602B4A}" dt="2025-10-21T09:38:13.119" v="9308" actId="26606"/>
          <ac:spMkLst>
            <pc:docMk/>
            <pc:sldMk cId="3104915467" sldId="286"/>
            <ac:spMk id="15" creationId="{F68B3F68-107C-434F-AA38-110D5EA91B85}"/>
          </ac:spMkLst>
        </pc:spChg>
        <pc:spChg chg="add del">
          <ac:chgData name="Orphée ADYA MOAPA" userId="81f85e27-801d-4dd2-909d-f392fe900ae8" providerId="ADAL" clId="{8CFAA1D6-4BBE-4A48-9011-8EB5BD602B4A}" dt="2025-10-21T09:38:13.119" v="9308" actId="26606"/>
          <ac:spMkLst>
            <pc:docMk/>
            <pc:sldMk cId="3104915467" sldId="286"/>
            <ac:spMk id="17" creationId="{AAD0DBB9-1A4B-4391-81D4-CB19F9AB918A}"/>
          </ac:spMkLst>
        </pc:spChg>
        <pc:spChg chg="add del">
          <ac:chgData name="Orphée ADYA MOAPA" userId="81f85e27-801d-4dd2-909d-f392fe900ae8" providerId="ADAL" clId="{8CFAA1D6-4BBE-4A48-9011-8EB5BD602B4A}" dt="2025-10-21T09:38:13.119" v="9308" actId="26606"/>
          <ac:spMkLst>
            <pc:docMk/>
            <pc:sldMk cId="3104915467" sldId="286"/>
            <ac:spMk id="19" creationId="{063BBA22-50EA-4C4D-BE05-F1CE4E63AA56}"/>
          </ac:spMkLst>
        </pc:spChg>
        <pc:spChg chg="add del">
          <ac:chgData name="Orphée ADYA MOAPA" userId="81f85e27-801d-4dd2-909d-f392fe900ae8" providerId="ADAL" clId="{8CFAA1D6-4BBE-4A48-9011-8EB5BD602B4A}" dt="2025-10-21T09:38:15.041" v="9310" actId="26606"/>
          <ac:spMkLst>
            <pc:docMk/>
            <pc:sldMk cId="3104915467" sldId="286"/>
            <ac:spMk id="21" creationId="{BACC6370-2D7E-4714-9D71-7542949D7D5D}"/>
          </ac:spMkLst>
        </pc:spChg>
        <pc:spChg chg="add del">
          <ac:chgData name="Orphée ADYA MOAPA" userId="81f85e27-801d-4dd2-909d-f392fe900ae8" providerId="ADAL" clId="{8CFAA1D6-4BBE-4A48-9011-8EB5BD602B4A}" dt="2025-10-21T09:38:15.041" v="9310" actId="26606"/>
          <ac:spMkLst>
            <pc:docMk/>
            <pc:sldMk cId="3104915467" sldId="286"/>
            <ac:spMk id="22" creationId="{F68B3F68-107C-434F-AA38-110D5EA91B85}"/>
          </ac:spMkLst>
        </pc:spChg>
        <pc:spChg chg="add del">
          <ac:chgData name="Orphée ADYA MOAPA" userId="81f85e27-801d-4dd2-909d-f392fe900ae8" providerId="ADAL" clId="{8CFAA1D6-4BBE-4A48-9011-8EB5BD602B4A}" dt="2025-10-21T09:38:15.041" v="9310" actId="26606"/>
          <ac:spMkLst>
            <pc:docMk/>
            <pc:sldMk cId="3104915467" sldId="286"/>
            <ac:spMk id="23" creationId="{AAD0DBB9-1A4B-4391-81D4-CB19F9AB918A}"/>
          </ac:spMkLst>
        </pc:spChg>
        <pc:spChg chg="add del">
          <ac:chgData name="Orphée ADYA MOAPA" userId="81f85e27-801d-4dd2-909d-f392fe900ae8" providerId="ADAL" clId="{8CFAA1D6-4BBE-4A48-9011-8EB5BD602B4A}" dt="2025-10-21T09:38:15.041" v="9310" actId="26606"/>
          <ac:spMkLst>
            <pc:docMk/>
            <pc:sldMk cId="3104915467" sldId="286"/>
            <ac:spMk id="24" creationId="{063BBA22-50EA-4C4D-BE05-F1CE4E63AA56}"/>
          </ac:spMkLst>
        </pc:spChg>
      </pc:sldChg>
      <pc:sldChg chg="addSp delSp modSp add mod">
        <pc:chgData name="Orphée ADYA MOAPA" userId="81f85e27-801d-4dd2-909d-f392fe900ae8" providerId="ADAL" clId="{8CFAA1D6-4BBE-4A48-9011-8EB5BD602B4A}" dt="2025-10-21T12:42:53.994" v="9405" actId="27636"/>
        <pc:sldMkLst>
          <pc:docMk/>
          <pc:sldMk cId="2718828876" sldId="287"/>
        </pc:sldMkLst>
        <pc:spChg chg="mod">
          <ac:chgData name="Orphée ADYA MOAPA" userId="81f85e27-801d-4dd2-909d-f392fe900ae8" providerId="ADAL" clId="{8CFAA1D6-4BBE-4A48-9011-8EB5BD602B4A}" dt="2025-10-21T12:42:53.994" v="9405" actId="27636"/>
          <ac:spMkLst>
            <pc:docMk/>
            <pc:sldMk cId="2718828876" sldId="287"/>
            <ac:spMk id="2" creationId="{C41FE6E1-3F72-3119-FB3A-E3D618FCCF2F}"/>
          </ac:spMkLst>
        </pc:spChg>
        <pc:spChg chg="del mod">
          <ac:chgData name="Orphée ADYA MOAPA" userId="81f85e27-801d-4dd2-909d-f392fe900ae8" providerId="ADAL" clId="{8CFAA1D6-4BBE-4A48-9011-8EB5BD602B4A}" dt="2025-10-21T09:46:53.504" v="9316" actId="478"/>
          <ac:spMkLst>
            <pc:docMk/>
            <pc:sldMk cId="2718828876" sldId="287"/>
            <ac:spMk id="3" creationId="{3BF186E8-C6F4-8E24-A70D-5E3FF4275F8A}"/>
          </ac:spMkLst>
        </pc:spChg>
        <pc:spChg chg="add del mod">
          <ac:chgData name="Orphée ADYA MOAPA" userId="81f85e27-801d-4dd2-909d-f392fe900ae8" providerId="ADAL" clId="{8CFAA1D6-4BBE-4A48-9011-8EB5BD602B4A}" dt="2025-10-21T09:46:56.697" v="9317" actId="478"/>
          <ac:spMkLst>
            <pc:docMk/>
            <pc:sldMk cId="2718828876" sldId="287"/>
            <ac:spMk id="5" creationId="{385547E1-D219-3439-1EFC-5AE731F2A84F}"/>
          </ac:spMkLst>
        </pc:spChg>
        <pc:spChg chg="add mod">
          <ac:chgData name="Orphée ADYA MOAPA" userId="81f85e27-801d-4dd2-909d-f392fe900ae8" providerId="ADAL" clId="{8CFAA1D6-4BBE-4A48-9011-8EB5BD602B4A}" dt="2025-10-21T09:53:59.412" v="9379" actId="1038"/>
          <ac:spMkLst>
            <pc:docMk/>
            <pc:sldMk cId="2718828876" sldId="287"/>
            <ac:spMk id="6" creationId="{E31F7B39-74B8-A5E7-1361-410DED291937}"/>
          </ac:spMkLst>
        </pc:spChg>
        <pc:spChg chg="add mod">
          <ac:chgData name="Orphée ADYA MOAPA" userId="81f85e27-801d-4dd2-909d-f392fe900ae8" providerId="ADAL" clId="{8CFAA1D6-4BBE-4A48-9011-8EB5BD602B4A}" dt="2025-10-21T09:53:59.412" v="9379" actId="1038"/>
          <ac:spMkLst>
            <pc:docMk/>
            <pc:sldMk cId="2718828876" sldId="287"/>
            <ac:spMk id="7" creationId="{8BDC797E-48BA-9987-EEBF-E73F8EAC9969}"/>
          </ac:spMkLst>
        </pc:spChg>
        <pc:spChg chg="add mod">
          <ac:chgData name="Orphée ADYA MOAPA" userId="81f85e27-801d-4dd2-909d-f392fe900ae8" providerId="ADAL" clId="{8CFAA1D6-4BBE-4A48-9011-8EB5BD602B4A}" dt="2025-10-21T09:53:59.412" v="9379" actId="1038"/>
          <ac:spMkLst>
            <pc:docMk/>
            <pc:sldMk cId="2718828876" sldId="287"/>
            <ac:spMk id="9" creationId="{3B7FE203-2BDC-295A-38FE-0C447D09B224}"/>
          </ac:spMkLst>
        </pc:spChg>
        <pc:spChg chg="add mod">
          <ac:chgData name="Orphée ADYA MOAPA" userId="81f85e27-801d-4dd2-909d-f392fe900ae8" providerId="ADAL" clId="{8CFAA1D6-4BBE-4A48-9011-8EB5BD602B4A}" dt="2025-10-21T09:53:59.412" v="9379" actId="1038"/>
          <ac:spMkLst>
            <pc:docMk/>
            <pc:sldMk cId="2718828876" sldId="287"/>
            <ac:spMk id="11" creationId="{36DE86AC-D63D-94D9-F6C1-DA428F17CF03}"/>
          </ac:spMkLst>
        </pc:spChg>
        <pc:spChg chg="add mod">
          <ac:chgData name="Orphée ADYA MOAPA" userId="81f85e27-801d-4dd2-909d-f392fe900ae8" providerId="ADAL" clId="{8CFAA1D6-4BBE-4A48-9011-8EB5BD602B4A}" dt="2025-10-21T09:53:59.412" v="9379" actId="1038"/>
          <ac:spMkLst>
            <pc:docMk/>
            <pc:sldMk cId="2718828876" sldId="287"/>
            <ac:spMk id="13" creationId="{92D603AB-BC8B-5916-BD51-5FF0466A1AB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C02783-1591-C266-9CF5-CFD9AD70DB1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6BA26D1-D9FA-2821-1B05-685FFD4DAC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B1D5629-FCD1-6DF2-5C30-CA2C87E85FA6}"/>
              </a:ext>
            </a:extLst>
          </p:cNvPr>
          <p:cNvSpPr>
            <a:spLocks noGrp="1"/>
          </p:cNvSpPr>
          <p:nvPr>
            <p:ph type="dt" sz="half" idx="10"/>
          </p:nvPr>
        </p:nvSpPr>
        <p:spPr/>
        <p:txBody>
          <a:bodyPr/>
          <a:lstStyle/>
          <a:p>
            <a:fld id="{A7C45660-F9EA-4483-9D9A-2846F7650017}" type="datetimeFigureOut">
              <a:rPr lang="fr-FR" smtClean="0"/>
              <a:t>21/10/2025</a:t>
            </a:fld>
            <a:endParaRPr lang="fr-FR"/>
          </a:p>
        </p:txBody>
      </p:sp>
      <p:sp>
        <p:nvSpPr>
          <p:cNvPr id="5" name="Espace réservé du pied de page 4">
            <a:extLst>
              <a:ext uri="{FF2B5EF4-FFF2-40B4-BE49-F238E27FC236}">
                <a16:creationId xmlns:a16="http://schemas.microsoft.com/office/drawing/2014/main" id="{26A58204-2EDE-15A7-D841-26BEF012D2F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1244F54-3C0D-8C5C-D000-2E9D1C031C7E}"/>
              </a:ext>
            </a:extLst>
          </p:cNvPr>
          <p:cNvSpPr>
            <a:spLocks noGrp="1"/>
          </p:cNvSpPr>
          <p:nvPr>
            <p:ph type="sldNum" sz="quarter" idx="12"/>
          </p:nvPr>
        </p:nvSpPr>
        <p:spPr/>
        <p:txBody>
          <a:bodyPr/>
          <a:lstStyle/>
          <a:p>
            <a:fld id="{94B2E193-0EB9-4544-81B6-1666EBBA4636}" type="slidenum">
              <a:rPr lang="fr-FR" smtClean="0"/>
              <a:t>‹N°›</a:t>
            </a:fld>
            <a:endParaRPr lang="fr-FR"/>
          </a:p>
        </p:txBody>
      </p:sp>
    </p:spTree>
    <p:extLst>
      <p:ext uri="{BB962C8B-B14F-4D97-AF65-F5344CB8AC3E}">
        <p14:creationId xmlns:p14="http://schemas.microsoft.com/office/powerpoint/2010/main" val="2619972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36B48-91F6-3A8F-3A71-E946D384C49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523A4E1-0F1E-5CA4-47E9-A73E4366F71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2C34164-2513-E101-EBAB-A67938CF7411}"/>
              </a:ext>
            </a:extLst>
          </p:cNvPr>
          <p:cNvSpPr>
            <a:spLocks noGrp="1"/>
          </p:cNvSpPr>
          <p:nvPr>
            <p:ph type="dt" sz="half" idx="10"/>
          </p:nvPr>
        </p:nvSpPr>
        <p:spPr/>
        <p:txBody>
          <a:bodyPr/>
          <a:lstStyle/>
          <a:p>
            <a:fld id="{A7C45660-F9EA-4483-9D9A-2846F7650017}" type="datetimeFigureOut">
              <a:rPr lang="fr-FR" smtClean="0"/>
              <a:t>21/10/2025</a:t>
            </a:fld>
            <a:endParaRPr lang="fr-FR"/>
          </a:p>
        </p:txBody>
      </p:sp>
      <p:sp>
        <p:nvSpPr>
          <p:cNvPr id="5" name="Espace réservé du pied de page 4">
            <a:extLst>
              <a:ext uri="{FF2B5EF4-FFF2-40B4-BE49-F238E27FC236}">
                <a16:creationId xmlns:a16="http://schemas.microsoft.com/office/drawing/2014/main" id="{896BDA56-E628-4315-9B29-FE51927ACED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1077065-3604-5CC3-4FC7-AB96CC539645}"/>
              </a:ext>
            </a:extLst>
          </p:cNvPr>
          <p:cNvSpPr>
            <a:spLocks noGrp="1"/>
          </p:cNvSpPr>
          <p:nvPr>
            <p:ph type="sldNum" sz="quarter" idx="12"/>
          </p:nvPr>
        </p:nvSpPr>
        <p:spPr/>
        <p:txBody>
          <a:bodyPr/>
          <a:lstStyle/>
          <a:p>
            <a:fld id="{94B2E193-0EB9-4544-81B6-1666EBBA4636}" type="slidenum">
              <a:rPr lang="fr-FR" smtClean="0"/>
              <a:t>‹N°›</a:t>
            </a:fld>
            <a:endParaRPr lang="fr-FR"/>
          </a:p>
        </p:txBody>
      </p:sp>
    </p:spTree>
    <p:extLst>
      <p:ext uri="{BB962C8B-B14F-4D97-AF65-F5344CB8AC3E}">
        <p14:creationId xmlns:p14="http://schemas.microsoft.com/office/powerpoint/2010/main" val="2942314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3C57F0-9078-7F2F-022F-4023F326705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A3BE515C-1984-942C-770A-EBEF100898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4D973496-C60D-0CED-8152-D5F403B8F021}"/>
              </a:ext>
            </a:extLst>
          </p:cNvPr>
          <p:cNvSpPr>
            <a:spLocks noGrp="1"/>
          </p:cNvSpPr>
          <p:nvPr>
            <p:ph type="dt" sz="half" idx="10"/>
          </p:nvPr>
        </p:nvSpPr>
        <p:spPr/>
        <p:txBody>
          <a:bodyPr/>
          <a:lstStyle/>
          <a:p>
            <a:fld id="{A7C45660-F9EA-4483-9D9A-2846F7650017}" type="datetimeFigureOut">
              <a:rPr lang="fr-FR" smtClean="0"/>
              <a:t>21/10/2025</a:t>
            </a:fld>
            <a:endParaRPr lang="fr-FR"/>
          </a:p>
        </p:txBody>
      </p:sp>
      <p:sp>
        <p:nvSpPr>
          <p:cNvPr id="5" name="Espace réservé du pied de page 4">
            <a:extLst>
              <a:ext uri="{FF2B5EF4-FFF2-40B4-BE49-F238E27FC236}">
                <a16:creationId xmlns:a16="http://schemas.microsoft.com/office/drawing/2014/main" id="{1D56AACA-F344-F9EE-6051-0378DF7044F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3D0FAA-7E55-8C3B-D59B-02FE8B49E57A}"/>
              </a:ext>
            </a:extLst>
          </p:cNvPr>
          <p:cNvSpPr>
            <a:spLocks noGrp="1"/>
          </p:cNvSpPr>
          <p:nvPr>
            <p:ph type="sldNum" sz="quarter" idx="12"/>
          </p:nvPr>
        </p:nvSpPr>
        <p:spPr/>
        <p:txBody>
          <a:bodyPr/>
          <a:lstStyle/>
          <a:p>
            <a:fld id="{94B2E193-0EB9-4544-81B6-1666EBBA4636}" type="slidenum">
              <a:rPr lang="fr-FR" smtClean="0"/>
              <a:t>‹N°›</a:t>
            </a:fld>
            <a:endParaRPr lang="fr-FR"/>
          </a:p>
        </p:txBody>
      </p:sp>
    </p:spTree>
    <p:extLst>
      <p:ext uri="{BB962C8B-B14F-4D97-AF65-F5344CB8AC3E}">
        <p14:creationId xmlns:p14="http://schemas.microsoft.com/office/powerpoint/2010/main" val="3539399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18E628-40A6-76AE-D5AE-9D46C3AC669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F75FEAF-E697-4336-4219-F8A41CA5A7E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A123E4B1-CE92-EDF2-BBC0-D811086986E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064AD1FE-7060-3695-A159-6F883FE549AA}"/>
              </a:ext>
            </a:extLst>
          </p:cNvPr>
          <p:cNvSpPr>
            <a:spLocks noGrp="1"/>
          </p:cNvSpPr>
          <p:nvPr>
            <p:ph type="dt" sz="half" idx="10"/>
          </p:nvPr>
        </p:nvSpPr>
        <p:spPr/>
        <p:txBody>
          <a:bodyPr/>
          <a:lstStyle/>
          <a:p>
            <a:fld id="{A7C45660-F9EA-4483-9D9A-2846F7650017}" type="datetimeFigureOut">
              <a:rPr lang="fr-FR" smtClean="0"/>
              <a:t>21/10/2025</a:t>
            </a:fld>
            <a:endParaRPr lang="fr-FR"/>
          </a:p>
        </p:txBody>
      </p:sp>
      <p:sp>
        <p:nvSpPr>
          <p:cNvPr id="6" name="Espace réservé du pied de page 5">
            <a:extLst>
              <a:ext uri="{FF2B5EF4-FFF2-40B4-BE49-F238E27FC236}">
                <a16:creationId xmlns:a16="http://schemas.microsoft.com/office/drawing/2014/main" id="{D7965D9A-5CBE-3036-DFBF-7C21C7F8D84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DEC95E4-76C5-4315-F08F-31FC2854CEC1}"/>
              </a:ext>
            </a:extLst>
          </p:cNvPr>
          <p:cNvSpPr>
            <a:spLocks noGrp="1"/>
          </p:cNvSpPr>
          <p:nvPr>
            <p:ph type="sldNum" sz="quarter" idx="12"/>
          </p:nvPr>
        </p:nvSpPr>
        <p:spPr/>
        <p:txBody>
          <a:bodyPr/>
          <a:lstStyle/>
          <a:p>
            <a:fld id="{94B2E193-0EB9-4544-81B6-1666EBBA4636}" type="slidenum">
              <a:rPr lang="fr-FR" smtClean="0"/>
              <a:t>‹N°›</a:t>
            </a:fld>
            <a:endParaRPr lang="fr-FR"/>
          </a:p>
        </p:txBody>
      </p:sp>
    </p:spTree>
    <p:extLst>
      <p:ext uri="{BB962C8B-B14F-4D97-AF65-F5344CB8AC3E}">
        <p14:creationId xmlns:p14="http://schemas.microsoft.com/office/powerpoint/2010/main" val="2881255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E51C1B-FCCC-6900-6E50-7E32BAC100B1}"/>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ACAA9E7-49E8-858D-E376-55A3D377BE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7A39330-452B-7CCD-30FE-6B3755051C4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9DC5445-F571-706E-FEE7-01A203E422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5756715-403F-BB5F-0509-121BDD34FD9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A38B695-23FF-8F56-92AE-BD916D928B1A}"/>
              </a:ext>
            </a:extLst>
          </p:cNvPr>
          <p:cNvSpPr>
            <a:spLocks noGrp="1"/>
          </p:cNvSpPr>
          <p:nvPr>
            <p:ph type="dt" sz="half" idx="10"/>
          </p:nvPr>
        </p:nvSpPr>
        <p:spPr/>
        <p:txBody>
          <a:bodyPr/>
          <a:lstStyle/>
          <a:p>
            <a:fld id="{A7C45660-F9EA-4483-9D9A-2846F7650017}" type="datetimeFigureOut">
              <a:rPr lang="fr-FR" smtClean="0"/>
              <a:t>21/10/2025</a:t>
            </a:fld>
            <a:endParaRPr lang="fr-FR"/>
          </a:p>
        </p:txBody>
      </p:sp>
      <p:sp>
        <p:nvSpPr>
          <p:cNvPr id="8" name="Espace réservé du pied de page 7">
            <a:extLst>
              <a:ext uri="{FF2B5EF4-FFF2-40B4-BE49-F238E27FC236}">
                <a16:creationId xmlns:a16="http://schemas.microsoft.com/office/drawing/2014/main" id="{59458B9B-CB0E-2CEC-D717-978D217986BC}"/>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AE792CB-6A69-073F-EE1A-4EB080E157EA}"/>
              </a:ext>
            </a:extLst>
          </p:cNvPr>
          <p:cNvSpPr>
            <a:spLocks noGrp="1"/>
          </p:cNvSpPr>
          <p:nvPr>
            <p:ph type="sldNum" sz="quarter" idx="12"/>
          </p:nvPr>
        </p:nvSpPr>
        <p:spPr/>
        <p:txBody>
          <a:bodyPr/>
          <a:lstStyle/>
          <a:p>
            <a:fld id="{94B2E193-0EB9-4544-81B6-1666EBBA4636}" type="slidenum">
              <a:rPr lang="fr-FR" smtClean="0"/>
              <a:t>‹N°›</a:t>
            </a:fld>
            <a:endParaRPr lang="fr-FR"/>
          </a:p>
        </p:txBody>
      </p:sp>
    </p:spTree>
    <p:extLst>
      <p:ext uri="{BB962C8B-B14F-4D97-AF65-F5344CB8AC3E}">
        <p14:creationId xmlns:p14="http://schemas.microsoft.com/office/powerpoint/2010/main" val="1071498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3A22DA-5931-8EE1-E8CE-AD89F73123B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4722856-951F-3710-14B2-4ADC3509F055}"/>
              </a:ext>
            </a:extLst>
          </p:cNvPr>
          <p:cNvSpPr>
            <a:spLocks noGrp="1"/>
          </p:cNvSpPr>
          <p:nvPr>
            <p:ph type="dt" sz="half" idx="10"/>
          </p:nvPr>
        </p:nvSpPr>
        <p:spPr/>
        <p:txBody>
          <a:bodyPr/>
          <a:lstStyle/>
          <a:p>
            <a:fld id="{A7C45660-F9EA-4483-9D9A-2846F7650017}" type="datetimeFigureOut">
              <a:rPr lang="fr-FR" smtClean="0"/>
              <a:t>21/10/2025</a:t>
            </a:fld>
            <a:endParaRPr lang="fr-FR"/>
          </a:p>
        </p:txBody>
      </p:sp>
      <p:sp>
        <p:nvSpPr>
          <p:cNvPr id="4" name="Espace réservé du pied de page 3">
            <a:extLst>
              <a:ext uri="{FF2B5EF4-FFF2-40B4-BE49-F238E27FC236}">
                <a16:creationId xmlns:a16="http://schemas.microsoft.com/office/drawing/2014/main" id="{9DCFCFB9-4E9F-DB9B-018B-1FDF2F51C94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3E1ABB7-1DA1-EC89-5C65-3C862B6C4BD4}"/>
              </a:ext>
            </a:extLst>
          </p:cNvPr>
          <p:cNvSpPr>
            <a:spLocks noGrp="1"/>
          </p:cNvSpPr>
          <p:nvPr>
            <p:ph type="sldNum" sz="quarter" idx="12"/>
          </p:nvPr>
        </p:nvSpPr>
        <p:spPr/>
        <p:txBody>
          <a:bodyPr/>
          <a:lstStyle/>
          <a:p>
            <a:fld id="{94B2E193-0EB9-4544-81B6-1666EBBA4636}" type="slidenum">
              <a:rPr lang="fr-FR" smtClean="0"/>
              <a:t>‹N°›</a:t>
            </a:fld>
            <a:endParaRPr lang="fr-FR"/>
          </a:p>
        </p:txBody>
      </p:sp>
    </p:spTree>
    <p:extLst>
      <p:ext uri="{BB962C8B-B14F-4D97-AF65-F5344CB8AC3E}">
        <p14:creationId xmlns:p14="http://schemas.microsoft.com/office/powerpoint/2010/main" val="3964200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CA95FB6-52A2-185F-A163-BF677545819C}"/>
              </a:ext>
            </a:extLst>
          </p:cNvPr>
          <p:cNvSpPr>
            <a:spLocks noGrp="1"/>
          </p:cNvSpPr>
          <p:nvPr>
            <p:ph type="dt" sz="half" idx="10"/>
          </p:nvPr>
        </p:nvSpPr>
        <p:spPr/>
        <p:txBody>
          <a:bodyPr/>
          <a:lstStyle/>
          <a:p>
            <a:fld id="{A7C45660-F9EA-4483-9D9A-2846F7650017}" type="datetimeFigureOut">
              <a:rPr lang="fr-FR" smtClean="0"/>
              <a:t>21/10/2025</a:t>
            </a:fld>
            <a:endParaRPr lang="fr-FR"/>
          </a:p>
        </p:txBody>
      </p:sp>
      <p:sp>
        <p:nvSpPr>
          <p:cNvPr id="3" name="Espace réservé du pied de page 2">
            <a:extLst>
              <a:ext uri="{FF2B5EF4-FFF2-40B4-BE49-F238E27FC236}">
                <a16:creationId xmlns:a16="http://schemas.microsoft.com/office/drawing/2014/main" id="{E93652DF-8F14-801F-07FB-9D271617563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C64CF40-FBCA-2B48-464C-2A1C061FD437}"/>
              </a:ext>
            </a:extLst>
          </p:cNvPr>
          <p:cNvSpPr>
            <a:spLocks noGrp="1"/>
          </p:cNvSpPr>
          <p:nvPr>
            <p:ph type="sldNum" sz="quarter" idx="12"/>
          </p:nvPr>
        </p:nvSpPr>
        <p:spPr/>
        <p:txBody>
          <a:bodyPr/>
          <a:lstStyle/>
          <a:p>
            <a:fld id="{94B2E193-0EB9-4544-81B6-1666EBBA4636}" type="slidenum">
              <a:rPr lang="fr-FR" smtClean="0"/>
              <a:t>‹N°›</a:t>
            </a:fld>
            <a:endParaRPr lang="fr-FR"/>
          </a:p>
        </p:txBody>
      </p:sp>
    </p:spTree>
    <p:extLst>
      <p:ext uri="{BB962C8B-B14F-4D97-AF65-F5344CB8AC3E}">
        <p14:creationId xmlns:p14="http://schemas.microsoft.com/office/powerpoint/2010/main" val="1345100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A2A468-68EE-4150-E3CB-7A5FC95D270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C5C373A-0022-752E-809F-88EDFAD26E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B8C8EFA-4DD6-99C1-EA22-0805748134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10B33E3-6559-5C5F-4ACB-5110244C3CC6}"/>
              </a:ext>
            </a:extLst>
          </p:cNvPr>
          <p:cNvSpPr>
            <a:spLocks noGrp="1"/>
          </p:cNvSpPr>
          <p:nvPr>
            <p:ph type="dt" sz="half" idx="10"/>
          </p:nvPr>
        </p:nvSpPr>
        <p:spPr/>
        <p:txBody>
          <a:bodyPr/>
          <a:lstStyle/>
          <a:p>
            <a:fld id="{A7C45660-F9EA-4483-9D9A-2846F7650017}" type="datetimeFigureOut">
              <a:rPr lang="fr-FR" smtClean="0"/>
              <a:t>21/10/2025</a:t>
            </a:fld>
            <a:endParaRPr lang="fr-FR"/>
          </a:p>
        </p:txBody>
      </p:sp>
      <p:sp>
        <p:nvSpPr>
          <p:cNvPr id="6" name="Espace réservé du pied de page 5">
            <a:extLst>
              <a:ext uri="{FF2B5EF4-FFF2-40B4-BE49-F238E27FC236}">
                <a16:creationId xmlns:a16="http://schemas.microsoft.com/office/drawing/2014/main" id="{38A6A0C4-7DBB-2E0E-A060-6BC301D6B46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82F3361-2820-7695-D3BC-812BCA345BFE}"/>
              </a:ext>
            </a:extLst>
          </p:cNvPr>
          <p:cNvSpPr>
            <a:spLocks noGrp="1"/>
          </p:cNvSpPr>
          <p:nvPr>
            <p:ph type="sldNum" sz="quarter" idx="12"/>
          </p:nvPr>
        </p:nvSpPr>
        <p:spPr/>
        <p:txBody>
          <a:bodyPr/>
          <a:lstStyle/>
          <a:p>
            <a:fld id="{94B2E193-0EB9-4544-81B6-1666EBBA4636}" type="slidenum">
              <a:rPr lang="fr-FR" smtClean="0"/>
              <a:t>‹N°›</a:t>
            </a:fld>
            <a:endParaRPr lang="fr-FR"/>
          </a:p>
        </p:txBody>
      </p:sp>
    </p:spTree>
    <p:extLst>
      <p:ext uri="{BB962C8B-B14F-4D97-AF65-F5344CB8AC3E}">
        <p14:creationId xmlns:p14="http://schemas.microsoft.com/office/powerpoint/2010/main" val="1801695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9B625A-4957-B344-03A3-CA3ADBB5543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2C3A677-F4D5-A8E1-0D71-0F56E0F435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27538CF-D8E1-8F96-8646-47AB4958D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A332263-FA48-16F1-86BE-AA7BF6306562}"/>
              </a:ext>
            </a:extLst>
          </p:cNvPr>
          <p:cNvSpPr>
            <a:spLocks noGrp="1"/>
          </p:cNvSpPr>
          <p:nvPr>
            <p:ph type="dt" sz="half" idx="10"/>
          </p:nvPr>
        </p:nvSpPr>
        <p:spPr/>
        <p:txBody>
          <a:bodyPr/>
          <a:lstStyle/>
          <a:p>
            <a:fld id="{A7C45660-F9EA-4483-9D9A-2846F7650017}" type="datetimeFigureOut">
              <a:rPr lang="fr-FR" smtClean="0"/>
              <a:t>21/10/2025</a:t>
            </a:fld>
            <a:endParaRPr lang="fr-FR"/>
          </a:p>
        </p:txBody>
      </p:sp>
      <p:sp>
        <p:nvSpPr>
          <p:cNvPr id="6" name="Espace réservé du pied de page 5">
            <a:extLst>
              <a:ext uri="{FF2B5EF4-FFF2-40B4-BE49-F238E27FC236}">
                <a16:creationId xmlns:a16="http://schemas.microsoft.com/office/drawing/2014/main" id="{850E6DBE-7903-EF29-C921-5F2B6261C18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269E76-3C70-941D-01C3-9ADAA6458A3D}"/>
              </a:ext>
            </a:extLst>
          </p:cNvPr>
          <p:cNvSpPr>
            <a:spLocks noGrp="1"/>
          </p:cNvSpPr>
          <p:nvPr>
            <p:ph type="sldNum" sz="quarter" idx="12"/>
          </p:nvPr>
        </p:nvSpPr>
        <p:spPr/>
        <p:txBody>
          <a:bodyPr/>
          <a:lstStyle/>
          <a:p>
            <a:fld id="{94B2E193-0EB9-4544-81B6-1666EBBA4636}" type="slidenum">
              <a:rPr lang="fr-FR" smtClean="0"/>
              <a:t>‹N°›</a:t>
            </a:fld>
            <a:endParaRPr lang="fr-FR"/>
          </a:p>
        </p:txBody>
      </p:sp>
    </p:spTree>
    <p:extLst>
      <p:ext uri="{BB962C8B-B14F-4D97-AF65-F5344CB8AC3E}">
        <p14:creationId xmlns:p14="http://schemas.microsoft.com/office/powerpoint/2010/main" val="1202796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FBB4C8-11C9-98CF-D2CC-5FED48F78D1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E1B92E1E-B34B-FDB3-F14B-64742A2EE04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8A7E0F5-BD3C-384C-4C52-C129C73B6881}"/>
              </a:ext>
            </a:extLst>
          </p:cNvPr>
          <p:cNvSpPr>
            <a:spLocks noGrp="1"/>
          </p:cNvSpPr>
          <p:nvPr>
            <p:ph type="dt" sz="half" idx="10"/>
          </p:nvPr>
        </p:nvSpPr>
        <p:spPr/>
        <p:txBody>
          <a:bodyPr/>
          <a:lstStyle/>
          <a:p>
            <a:fld id="{A7C45660-F9EA-4483-9D9A-2846F7650017}" type="datetimeFigureOut">
              <a:rPr lang="fr-FR" smtClean="0"/>
              <a:t>21/10/2025</a:t>
            </a:fld>
            <a:endParaRPr lang="fr-FR"/>
          </a:p>
        </p:txBody>
      </p:sp>
      <p:sp>
        <p:nvSpPr>
          <p:cNvPr id="5" name="Espace réservé du pied de page 4">
            <a:extLst>
              <a:ext uri="{FF2B5EF4-FFF2-40B4-BE49-F238E27FC236}">
                <a16:creationId xmlns:a16="http://schemas.microsoft.com/office/drawing/2014/main" id="{B36FCDF7-8226-299F-277B-994C7D63B1C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272FA4D-6856-873B-AA00-65FA3EF34BF1}"/>
              </a:ext>
            </a:extLst>
          </p:cNvPr>
          <p:cNvSpPr>
            <a:spLocks noGrp="1"/>
          </p:cNvSpPr>
          <p:nvPr>
            <p:ph type="sldNum" sz="quarter" idx="12"/>
          </p:nvPr>
        </p:nvSpPr>
        <p:spPr/>
        <p:txBody>
          <a:bodyPr/>
          <a:lstStyle/>
          <a:p>
            <a:fld id="{94B2E193-0EB9-4544-81B6-1666EBBA4636}" type="slidenum">
              <a:rPr lang="fr-FR" smtClean="0"/>
              <a:t>‹N°›</a:t>
            </a:fld>
            <a:endParaRPr lang="fr-FR"/>
          </a:p>
        </p:txBody>
      </p:sp>
    </p:spTree>
    <p:extLst>
      <p:ext uri="{BB962C8B-B14F-4D97-AF65-F5344CB8AC3E}">
        <p14:creationId xmlns:p14="http://schemas.microsoft.com/office/powerpoint/2010/main" val="1687149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8AF0EEC-AF05-E16E-A5FB-03BBA31697D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FB1C206-2C88-4DF8-7982-BD0F147D103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65D8A8A-CF01-7F72-7D1F-77F57479497E}"/>
              </a:ext>
            </a:extLst>
          </p:cNvPr>
          <p:cNvSpPr>
            <a:spLocks noGrp="1"/>
          </p:cNvSpPr>
          <p:nvPr>
            <p:ph type="dt" sz="half" idx="10"/>
          </p:nvPr>
        </p:nvSpPr>
        <p:spPr/>
        <p:txBody>
          <a:bodyPr/>
          <a:lstStyle/>
          <a:p>
            <a:fld id="{A7C45660-F9EA-4483-9D9A-2846F7650017}" type="datetimeFigureOut">
              <a:rPr lang="fr-FR" smtClean="0"/>
              <a:t>21/10/2025</a:t>
            </a:fld>
            <a:endParaRPr lang="fr-FR"/>
          </a:p>
        </p:txBody>
      </p:sp>
      <p:sp>
        <p:nvSpPr>
          <p:cNvPr id="5" name="Espace réservé du pied de page 4">
            <a:extLst>
              <a:ext uri="{FF2B5EF4-FFF2-40B4-BE49-F238E27FC236}">
                <a16:creationId xmlns:a16="http://schemas.microsoft.com/office/drawing/2014/main" id="{733B22D5-8B0B-F5DF-1796-E3DA4DA927D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6E82602-1838-D271-D4D5-0D5BBC621252}"/>
              </a:ext>
            </a:extLst>
          </p:cNvPr>
          <p:cNvSpPr>
            <a:spLocks noGrp="1"/>
          </p:cNvSpPr>
          <p:nvPr>
            <p:ph type="sldNum" sz="quarter" idx="12"/>
          </p:nvPr>
        </p:nvSpPr>
        <p:spPr/>
        <p:txBody>
          <a:bodyPr/>
          <a:lstStyle/>
          <a:p>
            <a:fld id="{94B2E193-0EB9-4544-81B6-1666EBBA4636}" type="slidenum">
              <a:rPr lang="fr-FR" smtClean="0"/>
              <a:t>‹N°›</a:t>
            </a:fld>
            <a:endParaRPr lang="fr-FR"/>
          </a:p>
        </p:txBody>
      </p:sp>
    </p:spTree>
    <p:extLst>
      <p:ext uri="{BB962C8B-B14F-4D97-AF65-F5344CB8AC3E}">
        <p14:creationId xmlns:p14="http://schemas.microsoft.com/office/powerpoint/2010/main" val="1947460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435908B-2C5A-9740-D1BD-AA87835456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3CE8C3CE-096C-2410-8D1C-C505FD3514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C5E446B-DC3C-50B1-9832-4D861FAAD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C45660-F9EA-4483-9D9A-2846F7650017}" type="datetimeFigureOut">
              <a:rPr lang="fr-FR" smtClean="0"/>
              <a:t>21/10/2025</a:t>
            </a:fld>
            <a:endParaRPr lang="fr-FR"/>
          </a:p>
        </p:txBody>
      </p:sp>
      <p:sp>
        <p:nvSpPr>
          <p:cNvPr id="5" name="Espace réservé du pied de page 4">
            <a:extLst>
              <a:ext uri="{FF2B5EF4-FFF2-40B4-BE49-F238E27FC236}">
                <a16:creationId xmlns:a16="http://schemas.microsoft.com/office/drawing/2014/main" id="{783A3F66-3241-18B5-F5E5-0D16CDCDB2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63B7F0CC-5AC4-2674-76CB-965C818CED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B2E193-0EB9-4544-81B6-1666EBBA4636}" type="slidenum">
              <a:rPr lang="fr-FR" smtClean="0"/>
              <a:t>‹N°›</a:t>
            </a:fld>
            <a:endParaRPr lang="fr-FR"/>
          </a:p>
        </p:txBody>
      </p:sp>
    </p:spTree>
    <p:extLst>
      <p:ext uri="{BB962C8B-B14F-4D97-AF65-F5344CB8AC3E}">
        <p14:creationId xmlns:p14="http://schemas.microsoft.com/office/powerpoint/2010/main" val="1422827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s://www.elastic.co/blog/how-to-keep-elasticsearch-synchronized-with-a-relational-database-using-logstash" TargetMode="External"/><Relationship Id="rId3" Type="http://schemas.openxmlformats.org/officeDocument/2006/relationships/hyperlink" Target="https://www.elastic.co/docs/reference/query-languages/querydsl" TargetMode="External"/><Relationship Id="rId7" Type="http://schemas.openxmlformats.org/officeDocument/2006/relationships/hyperlink" Target="https://www.learncsdesign.com/demystifying-elasticsearch-understanding-nodes-clusters-shards-and-indices-part-2/" TargetMode="External"/><Relationship Id="rId2" Type="http://schemas.openxmlformats.org/officeDocument/2006/relationships/hyperlink" Target="https://www.elastic.co/docs/get-started/" TargetMode="External"/><Relationship Id="rId1" Type="http://schemas.openxmlformats.org/officeDocument/2006/relationships/slideLayout" Target="../slideLayouts/slideLayout2.xml"/><Relationship Id="rId6" Type="http://schemas.openxmlformats.org/officeDocument/2006/relationships/hyperlink" Target="https://blog.miraclesoft.com/find-answers-that-matter-in-real-time-with-elasticsearch/#respond" TargetMode="External"/><Relationship Id="rId11" Type="http://schemas.openxmlformats.org/officeDocument/2006/relationships/hyperlink" Target="https://medium.com/@amin.mirzaee/logstash-pipeline-from-sql-server-to-elastic-search-17c05a6b4a1e" TargetMode="External"/><Relationship Id="rId5" Type="http://schemas.openxmlformats.org/officeDocument/2006/relationships/hyperlink" Target="https://medium.com/@reshra3893/a-beginners-guide-to-elasticsearch-queries-d0205512de2d" TargetMode="External"/><Relationship Id="rId10" Type="http://schemas.openxmlformats.org/officeDocument/2006/relationships/hyperlink" Target="https://www.care247.tech/blog/elk-stack-get-started-with-elasticsearch-logstash-kibana-beats-860/details" TargetMode="External"/><Relationship Id="rId4" Type="http://schemas.openxmlformats.org/officeDocument/2006/relationships/hyperlink" Target="https://www.elastic.co/docs/reference/query-languages/query-dsl/query-dsl-bool-query" TargetMode="External"/><Relationship Id="rId9" Type="http://schemas.openxmlformats.org/officeDocument/2006/relationships/hyperlink" Target="https://www.elastic.co/search-labs/blog/elasticsearch-logstash-ingest-dat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32">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6105341A-E78F-3726-902D-79AEB667E22A}"/>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n-US" sz="4800" kern="1200" dirty="0">
                <a:solidFill>
                  <a:srgbClr val="FFFFFF"/>
                </a:solidFill>
                <a:latin typeface="+mj-lt"/>
                <a:ea typeface="+mj-ea"/>
                <a:cs typeface="+mj-cs"/>
              </a:rPr>
              <a:t>ELASTICSEARCH</a:t>
            </a:r>
          </a:p>
        </p:txBody>
      </p:sp>
      <p:sp>
        <p:nvSpPr>
          <p:cNvPr id="54" name="Rectangle 53">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3326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 name="Rectangle 7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493C40F-3A73-AC94-088F-F52828A4A26E}"/>
              </a:ext>
            </a:extLst>
          </p:cNvPr>
          <p:cNvSpPr>
            <a:spLocks noGrp="1"/>
          </p:cNvSpPr>
          <p:nvPr>
            <p:ph type="title"/>
          </p:nvPr>
        </p:nvSpPr>
        <p:spPr>
          <a:xfrm>
            <a:off x="1371599" y="294538"/>
            <a:ext cx="9895951" cy="1033669"/>
          </a:xfrm>
        </p:spPr>
        <p:txBody>
          <a:bodyPr>
            <a:normAutofit/>
          </a:bodyPr>
          <a:lstStyle/>
          <a:p>
            <a:r>
              <a:rPr lang="fr-FR" sz="4000">
                <a:solidFill>
                  <a:srgbClr val="FFFFFF"/>
                </a:solidFill>
              </a:rPr>
              <a:t>Elasticsearch</a:t>
            </a:r>
          </a:p>
        </p:txBody>
      </p:sp>
      <p:sp>
        <p:nvSpPr>
          <p:cNvPr id="25" name="Espace réservé du contenu 2">
            <a:extLst>
              <a:ext uri="{FF2B5EF4-FFF2-40B4-BE49-F238E27FC236}">
                <a16:creationId xmlns:a16="http://schemas.microsoft.com/office/drawing/2014/main" id="{827B6423-11AC-ED61-914E-7AE88E1B34E4}"/>
              </a:ext>
            </a:extLst>
          </p:cNvPr>
          <p:cNvSpPr>
            <a:spLocks noGrp="1"/>
          </p:cNvSpPr>
          <p:nvPr>
            <p:ph idx="1"/>
          </p:nvPr>
        </p:nvSpPr>
        <p:spPr>
          <a:xfrm>
            <a:off x="1371599" y="2002970"/>
            <a:ext cx="10186417" cy="4560491"/>
          </a:xfrm>
        </p:spPr>
        <p:txBody>
          <a:bodyPr anchor="ctr">
            <a:normAutofit fontScale="92500"/>
          </a:bodyPr>
          <a:lstStyle/>
          <a:p>
            <a:endParaRPr lang="fr-FR" sz="1600" dirty="0"/>
          </a:p>
          <a:p>
            <a:r>
              <a:rPr lang="fr-FR" sz="1600" dirty="0" err="1"/>
              <a:t>Elasticsearch</a:t>
            </a:r>
            <a:r>
              <a:rPr lang="fr-FR" sz="1600" dirty="0"/>
              <a:t> est un </a:t>
            </a:r>
            <a:r>
              <a:rPr lang="fr-FR" sz="1600" b="1" dirty="0"/>
              <a:t>moteur de recherche et d’analyse de données, </a:t>
            </a:r>
            <a:r>
              <a:rPr lang="fr-FR" sz="1600" dirty="0"/>
              <a:t>open source, avec une </a:t>
            </a:r>
            <a:r>
              <a:rPr lang="fr-FR" sz="1600" b="1" dirty="0"/>
              <a:t>architecture</a:t>
            </a:r>
            <a:r>
              <a:rPr lang="fr-FR" sz="1600" dirty="0"/>
              <a:t> </a:t>
            </a:r>
            <a:r>
              <a:rPr lang="fr-FR" sz="1600" b="1" dirty="0"/>
              <a:t>distribuée</a:t>
            </a:r>
            <a:r>
              <a:rPr lang="fr-FR" sz="1600" dirty="0"/>
              <a:t> </a:t>
            </a:r>
          </a:p>
          <a:p>
            <a:r>
              <a:rPr lang="fr-FR" sz="1600" dirty="0"/>
              <a:t>S’appuie sur </a:t>
            </a:r>
            <a:r>
              <a:rPr lang="fr-FR" sz="1600" b="1" dirty="0"/>
              <a:t>Apache </a:t>
            </a:r>
            <a:r>
              <a:rPr lang="fr-FR" sz="1600" b="1" dirty="0" err="1"/>
              <a:t>Lucene</a:t>
            </a:r>
            <a:r>
              <a:rPr lang="fr-FR" sz="1600" dirty="0"/>
              <a:t>, une bibliothèque de moteur de recherche libre et open source entièrement écrite en </a:t>
            </a:r>
            <a:r>
              <a:rPr lang="fr-FR" sz="1600" b="1" dirty="0"/>
              <a:t>Java</a:t>
            </a:r>
            <a:r>
              <a:rPr lang="fr-FR" sz="1600" dirty="0"/>
              <a:t> </a:t>
            </a:r>
          </a:p>
          <a:p>
            <a:r>
              <a:rPr lang="fr-FR" sz="1600" dirty="0"/>
              <a:t>Lancé en </a:t>
            </a:r>
            <a:r>
              <a:rPr lang="fr-FR" sz="1600" b="1" dirty="0"/>
              <a:t>2010</a:t>
            </a:r>
            <a:r>
              <a:rPr lang="fr-FR" sz="1600" dirty="0"/>
              <a:t> par </a:t>
            </a:r>
            <a:r>
              <a:rPr lang="fr-FR" sz="1600" dirty="0" err="1"/>
              <a:t>Elastic</a:t>
            </a:r>
            <a:endParaRPr lang="fr-FR" sz="1600" dirty="0"/>
          </a:p>
          <a:p>
            <a:r>
              <a:rPr lang="fr-FR" sz="1600" dirty="0"/>
              <a:t>Permet de stocker des données structurées (tables), non structurées(texte, images, audio, vidéo), d’effectuer des recherches complexes et analyser de larges volumes de données rapidement et presque en temps réel, </a:t>
            </a:r>
            <a:r>
              <a:rPr lang="fr-FR" sz="1600" b="1" dirty="0"/>
              <a:t>NRT(Near Real Time)</a:t>
            </a:r>
          </a:p>
          <a:p>
            <a:r>
              <a:rPr lang="fr-FR" sz="1600" dirty="0"/>
              <a:t>Base de données </a:t>
            </a:r>
            <a:r>
              <a:rPr lang="fr-FR" sz="1600" b="1" dirty="0"/>
              <a:t>NoSQL</a:t>
            </a:r>
            <a:r>
              <a:rPr lang="fr-FR" sz="1600" dirty="0"/>
              <a:t> qui facilite la création d'un cluster de machines, la scalabilité</a:t>
            </a:r>
            <a:endParaRPr lang="fr-FR" sz="1600" b="1" dirty="0"/>
          </a:p>
          <a:p>
            <a:r>
              <a:rPr lang="fr-FR" sz="1600" dirty="0"/>
              <a:t>Les données sont sauvegardées sous forme de </a:t>
            </a:r>
            <a:r>
              <a:rPr lang="fr-FR" sz="1600" b="1" dirty="0"/>
              <a:t>documents JSON </a:t>
            </a:r>
          </a:p>
          <a:p>
            <a:r>
              <a:rPr lang="fr-FR" sz="1600" b="1" dirty="0" err="1"/>
              <a:t>Schema-less</a:t>
            </a:r>
            <a:r>
              <a:rPr lang="fr-FR" sz="1600" dirty="0"/>
              <a:t>, on n'est pas obligé de créer le schéma avant d'enregistrer des données </a:t>
            </a:r>
          </a:p>
          <a:p>
            <a:r>
              <a:rPr lang="fr-FR" sz="1600" dirty="0"/>
              <a:t>Pour communiquer avec </a:t>
            </a:r>
            <a:r>
              <a:rPr lang="fr-FR" sz="1600" dirty="0" err="1"/>
              <a:t>Elasticsearch</a:t>
            </a:r>
            <a:r>
              <a:rPr lang="fr-FR" sz="1600" dirty="0"/>
              <a:t> on utilise une </a:t>
            </a:r>
            <a:r>
              <a:rPr lang="fr-FR" sz="1600" b="1" dirty="0"/>
              <a:t>API RESTful</a:t>
            </a:r>
          </a:p>
          <a:p>
            <a:r>
              <a:rPr lang="fr-FR" sz="1600" dirty="0" err="1"/>
              <a:t>Elasticsearch</a:t>
            </a:r>
            <a:r>
              <a:rPr lang="fr-FR" sz="1600" dirty="0"/>
              <a:t> fournit le langage  </a:t>
            </a:r>
            <a:r>
              <a:rPr lang="fr-FR" sz="1600" b="1" dirty="0" err="1"/>
              <a:t>Query</a:t>
            </a:r>
            <a:r>
              <a:rPr lang="fr-FR" sz="1600" b="1" dirty="0"/>
              <a:t> DSL(Domain </a:t>
            </a:r>
            <a:r>
              <a:rPr lang="fr-FR" sz="1600" b="1" dirty="0" err="1"/>
              <a:t>Specific</a:t>
            </a:r>
            <a:r>
              <a:rPr lang="fr-FR" sz="1600" b="1" dirty="0"/>
              <a:t> </a:t>
            </a:r>
            <a:r>
              <a:rPr lang="fr-FR" sz="1600" b="1" dirty="0" err="1"/>
              <a:t>Language</a:t>
            </a:r>
            <a:r>
              <a:rPr lang="fr-FR" sz="1600" b="1" dirty="0"/>
              <a:t>) </a:t>
            </a:r>
            <a:r>
              <a:rPr lang="fr-FR" sz="1600" dirty="0"/>
              <a:t>pour requêter une base </a:t>
            </a:r>
            <a:r>
              <a:rPr lang="fr-FR" sz="1600" dirty="0" err="1"/>
              <a:t>Elasticsearch</a:t>
            </a:r>
            <a:endParaRPr lang="fr-FR" sz="1600" dirty="0"/>
          </a:p>
          <a:p>
            <a:r>
              <a:rPr lang="fr-FR" sz="1600" dirty="0"/>
              <a:t>Les clients officiels : </a:t>
            </a:r>
            <a:r>
              <a:rPr lang="fr-FR" sz="1600" b="1" dirty="0"/>
              <a:t>Java, JavaScript, Python , Go, .NET, PHP, Perl, Ruby</a:t>
            </a:r>
          </a:p>
          <a:p>
            <a:r>
              <a:rPr lang="fr-FR" sz="1600" b="1" dirty="0"/>
              <a:t>Cas d’usage </a:t>
            </a:r>
            <a:r>
              <a:rPr lang="fr-FR" sz="1600" dirty="0"/>
              <a:t>: recherche full-</a:t>
            </a:r>
            <a:r>
              <a:rPr lang="fr-FR" sz="1600" dirty="0" err="1"/>
              <a:t>text</a:t>
            </a:r>
            <a:r>
              <a:rPr lang="fr-FR" sz="1600" dirty="0"/>
              <a:t>, analyse de données, </a:t>
            </a:r>
            <a:r>
              <a:rPr lang="fr-FR" sz="1600" dirty="0" err="1"/>
              <a:t>logging</a:t>
            </a:r>
            <a:r>
              <a:rPr lang="fr-FR" sz="1600" dirty="0"/>
              <a:t> &amp;monitoring, analyse commerciale, analyse sécurité</a:t>
            </a:r>
          </a:p>
          <a:p>
            <a:endParaRPr lang="fr-FR" sz="1400" b="1" dirty="0"/>
          </a:p>
          <a:p>
            <a:endParaRPr lang="fr-FR" sz="1400" dirty="0"/>
          </a:p>
        </p:txBody>
      </p:sp>
    </p:spTree>
    <p:extLst>
      <p:ext uri="{BB962C8B-B14F-4D97-AF65-F5344CB8AC3E}">
        <p14:creationId xmlns:p14="http://schemas.microsoft.com/office/powerpoint/2010/main" val="96490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8342213-3EF9-F236-6A21-F746F174E533}"/>
              </a:ext>
            </a:extLst>
          </p:cNvPr>
          <p:cNvSpPr>
            <a:spLocks noGrp="1"/>
          </p:cNvSpPr>
          <p:nvPr>
            <p:ph type="title"/>
          </p:nvPr>
        </p:nvSpPr>
        <p:spPr>
          <a:xfrm>
            <a:off x="1371599" y="294538"/>
            <a:ext cx="9895951" cy="1033669"/>
          </a:xfrm>
        </p:spPr>
        <p:txBody>
          <a:bodyPr>
            <a:normAutofit/>
          </a:bodyPr>
          <a:lstStyle/>
          <a:p>
            <a:r>
              <a:rPr lang="fr-FR" sz="4000" dirty="0">
                <a:solidFill>
                  <a:srgbClr val="FFFFFF"/>
                </a:solidFill>
              </a:rPr>
              <a:t>Principaux concepts</a:t>
            </a:r>
          </a:p>
        </p:txBody>
      </p:sp>
      <p:sp>
        <p:nvSpPr>
          <p:cNvPr id="3" name="Espace réservé du contenu 2">
            <a:extLst>
              <a:ext uri="{FF2B5EF4-FFF2-40B4-BE49-F238E27FC236}">
                <a16:creationId xmlns:a16="http://schemas.microsoft.com/office/drawing/2014/main" id="{57A351F8-3C4B-6FA1-4230-DE86F634B643}"/>
              </a:ext>
            </a:extLst>
          </p:cNvPr>
          <p:cNvSpPr>
            <a:spLocks noGrp="1"/>
          </p:cNvSpPr>
          <p:nvPr>
            <p:ph idx="1"/>
          </p:nvPr>
        </p:nvSpPr>
        <p:spPr>
          <a:xfrm>
            <a:off x="1371599" y="1746505"/>
            <a:ext cx="9724031" cy="4928616"/>
          </a:xfrm>
        </p:spPr>
        <p:txBody>
          <a:bodyPr anchor="ctr">
            <a:normAutofit/>
          </a:bodyPr>
          <a:lstStyle/>
          <a:p>
            <a:pPr fontAlgn="base"/>
            <a:r>
              <a:rPr lang="fr-FR" sz="1600" b="1" dirty="0"/>
              <a:t>Cluster : </a:t>
            </a:r>
            <a:r>
              <a:rPr lang="fr-FR" sz="1600" dirty="0"/>
              <a:t> C’est une collection de un ou plusieurs serveurs pour travaillent ensemble pour stocker les données et répondre aux requêtes.</a:t>
            </a:r>
          </a:p>
          <a:p>
            <a:pPr fontAlgn="base"/>
            <a:r>
              <a:rPr lang="fr-FR" sz="1600" b="1" dirty="0"/>
              <a:t>Index :</a:t>
            </a:r>
            <a:r>
              <a:rPr lang="fr-FR" sz="1600" dirty="0"/>
              <a:t> C’est une collection de documents, est un peu comme une </a:t>
            </a:r>
            <a:r>
              <a:rPr lang="fr-FR" sz="1600" i="1" dirty="0"/>
              <a:t>base de données</a:t>
            </a:r>
            <a:r>
              <a:rPr lang="fr-FR" sz="1600" dirty="0"/>
              <a:t> sur un SGBD relationnel. Chaque index dispose d'un mapping, qui permet de définir la structure des types.</a:t>
            </a:r>
          </a:p>
          <a:p>
            <a:pPr fontAlgn="base"/>
            <a:r>
              <a:rPr lang="fr-FR" sz="1600" b="1" dirty="0"/>
              <a:t>Mapping :</a:t>
            </a:r>
            <a:r>
              <a:rPr lang="fr-FR" sz="1600" dirty="0"/>
              <a:t> C’est un schéma qui définit les types des champs d’un </a:t>
            </a:r>
            <a:r>
              <a:rPr lang="fr-FR" sz="1600" b="1" dirty="0"/>
              <a:t>Document</a:t>
            </a:r>
            <a:r>
              <a:rPr lang="fr-FR" sz="1600" dirty="0"/>
              <a:t>. Il est similaire à un </a:t>
            </a:r>
            <a:r>
              <a:rPr lang="fr-FR" sz="1600" i="1" dirty="0"/>
              <a:t>schéma</a:t>
            </a:r>
            <a:r>
              <a:rPr lang="fr-FR" sz="1600" dirty="0"/>
              <a:t> dans un SGBDR. Le mapping peut être définit manuellement, mais aussi généré automatiquement quand les documents sont indexés. En prod, il faut avoir un schéma fixe et ne pas utiliser le mapping par défaut.</a:t>
            </a:r>
          </a:p>
          <a:p>
            <a:pPr fontAlgn="base"/>
            <a:r>
              <a:rPr lang="fr-FR" sz="1600" b="1" dirty="0"/>
              <a:t>Types :</a:t>
            </a:r>
            <a:r>
              <a:rPr lang="fr-FR" sz="1600" dirty="0"/>
              <a:t> sont comme des </a:t>
            </a:r>
            <a:r>
              <a:rPr lang="fr-FR" sz="1600" i="1" dirty="0"/>
              <a:t>tables</a:t>
            </a:r>
            <a:r>
              <a:rPr lang="fr-FR" sz="1600" dirty="0"/>
              <a:t> dans un système relationnel. Chaque type contient une liste des champs disponibles pour les documents.</a:t>
            </a:r>
          </a:p>
          <a:p>
            <a:pPr fontAlgn="base"/>
            <a:r>
              <a:rPr lang="fr-FR" sz="1600" b="1" dirty="0"/>
              <a:t>Documents:  </a:t>
            </a:r>
            <a:r>
              <a:rPr lang="fr-FR" sz="1600" dirty="0"/>
              <a:t>sont des objets JSON qui sont stockés dans un </a:t>
            </a:r>
            <a:r>
              <a:rPr lang="fr-FR" sz="1600" b="1" dirty="0"/>
              <a:t>Index</a:t>
            </a:r>
            <a:r>
              <a:rPr lang="fr-FR" sz="1600" dirty="0"/>
              <a:t>. C’est l’unité basic d’information dans </a:t>
            </a:r>
            <a:r>
              <a:rPr lang="fr-FR" sz="1600" dirty="0" err="1"/>
              <a:t>Elasticsearch</a:t>
            </a:r>
            <a:r>
              <a:rPr lang="fr-FR" sz="1600" dirty="0"/>
              <a:t>. Ils sont comme les </a:t>
            </a:r>
            <a:r>
              <a:rPr lang="fr-FR" sz="1600" i="1" dirty="0"/>
              <a:t>lignes</a:t>
            </a:r>
            <a:r>
              <a:rPr lang="fr-FR" sz="1600" dirty="0"/>
              <a:t> dans une base de données relationnel. </a:t>
            </a:r>
          </a:p>
          <a:p>
            <a:pPr fontAlgn="base"/>
            <a:r>
              <a:rPr lang="fr-FR" sz="1600" b="1" dirty="0"/>
              <a:t>Node:</a:t>
            </a:r>
            <a:r>
              <a:rPr lang="fr-FR" sz="1600" dirty="0"/>
              <a:t> est un serveur qui appartient à un cluster et qui contribue aux opérations d’indexation, de recherches ainsi que le stockage des données. Il existe des </a:t>
            </a:r>
            <a:r>
              <a:rPr lang="fr-FR" sz="1600" b="1" dirty="0"/>
              <a:t>Data Node, Master Node, </a:t>
            </a:r>
            <a:r>
              <a:rPr lang="fr-FR" sz="1600" b="1" dirty="0" err="1"/>
              <a:t>Ingest</a:t>
            </a:r>
            <a:r>
              <a:rPr lang="fr-FR" sz="1600" b="1" dirty="0"/>
              <a:t> Node.</a:t>
            </a:r>
            <a:endParaRPr lang="fr-FR" sz="1600" dirty="0"/>
          </a:p>
          <a:p>
            <a:pPr fontAlgn="base"/>
            <a:r>
              <a:rPr lang="fr-FR" sz="1600" b="1" dirty="0" err="1"/>
              <a:t>Shard</a:t>
            </a:r>
            <a:r>
              <a:rPr lang="fr-FR" sz="1600" b="1" dirty="0"/>
              <a:t>: </a:t>
            </a:r>
            <a:r>
              <a:rPr lang="fr-FR" sz="1600" dirty="0"/>
              <a:t> Un </a:t>
            </a:r>
            <a:r>
              <a:rPr lang="fr-FR" sz="1600" b="1" dirty="0"/>
              <a:t>Index  </a:t>
            </a:r>
            <a:r>
              <a:rPr lang="fr-FR" sz="1600" dirty="0"/>
              <a:t>peut être subdivisé en plusieurs </a:t>
            </a:r>
            <a:r>
              <a:rPr lang="fr-FR" sz="1600" dirty="0" err="1"/>
              <a:t>Shards</a:t>
            </a:r>
            <a:r>
              <a:rPr lang="fr-FR" sz="1600" dirty="0"/>
              <a:t>. Les </a:t>
            </a:r>
            <a:r>
              <a:rPr lang="fr-FR" sz="1600" dirty="0" err="1"/>
              <a:t>shards</a:t>
            </a:r>
            <a:r>
              <a:rPr lang="fr-FR" sz="1600" dirty="0"/>
              <a:t> sont répartis sur tous les </a:t>
            </a:r>
            <a:r>
              <a:rPr lang="fr-FR" sz="1600" b="1" dirty="0"/>
              <a:t>Node</a:t>
            </a:r>
            <a:r>
              <a:rPr lang="fr-FR" sz="1600" dirty="0"/>
              <a:t> du cluster afin de distribuer la charge et d’améliorer les performances et la scalabilité. Un </a:t>
            </a:r>
            <a:r>
              <a:rPr lang="fr-FR" sz="1600" dirty="0" err="1"/>
              <a:t>shard</a:t>
            </a:r>
            <a:r>
              <a:rPr lang="fr-FR" sz="1600" dirty="0"/>
              <a:t> peut être </a:t>
            </a:r>
            <a:r>
              <a:rPr lang="fr-FR" sz="1600" b="1" dirty="0"/>
              <a:t>primaire</a:t>
            </a:r>
            <a:r>
              <a:rPr lang="fr-FR" sz="1600" dirty="0"/>
              <a:t> ou être un </a:t>
            </a:r>
            <a:r>
              <a:rPr lang="fr-FR" sz="1600" b="1" dirty="0" err="1"/>
              <a:t>Replica</a:t>
            </a:r>
            <a:r>
              <a:rPr lang="fr-FR" sz="1600" dirty="0"/>
              <a:t>. Les </a:t>
            </a:r>
            <a:r>
              <a:rPr lang="fr-FR" sz="1600" b="1" dirty="0" err="1"/>
              <a:t>replicas</a:t>
            </a:r>
            <a:r>
              <a:rPr lang="fr-FR" sz="1600" b="1" dirty="0"/>
              <a:t> </a:t>
            </a:r>
            <a:r>
              <a:rPr lang="fr-FR" sz="1600" b="1" dirty="0" err="1"/>
              <a:t>shards</a:t>
            </a:r>
            <a:r>
              <a:rPr lang="fr-FR" sz="1600" dirty="0"/>
              <a:t> permettent d'améliorer les performances et d'éviter les erreurs en remplaçant un </a:t>
            </a:r>
            <a:r>
              <a:rPr lang="fr-FR" sz="1600" b="1" dirty="0" err="1"/>
              <a:t>shard</a:t>
            </a:r>
            <a:r>
              <a:rPr lang="fr-FR" sz="1600" b="1" dirty="0"/>
              <a:t> primaire</a:t>
            </a:r>
            <a:r>
              <a:rPr lang="fr-FR" sz="1600" dirty="0"/>
              <a:t> en cas d'erreur.</a:t>
            </a:r>
          </a:p>
          <a:p>
            <a:endParaRPr lang="fr-FR" sz="1600" dirty="0"/>
          </a:p>
        </p:txBody>
      </p:sp>
    </p:spTree>
    <p:extLst>
      <p:ext uri="{BB962C8B-B14F-4D97-AF65-F5344CB8AC3E}">
        <p14:creationId xmlns:p14="http://schemas.microsoft.com/office/powerpoint/2010/main" val="1616949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Freeform: Shape 6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E2CF9ADF-9CB2-1A6B-BF4B-121784246BBF}"/>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700" dirty="0">
                <a:solidFill>
                  <a:srgbClr val="FFFFFF"/>
                </a:solidFill>
              </a:rPr>
              <a:t>Elasticsearch -Architecture</a:t>
            </a:r>
            <a:endParaRPr lang="en-US" sz="3700" kern="1200" dirty="0">
              <a:solidFill>
                <a:srgbClr val="FFFFFF"/>
              </a:solidFill>
              <a:latin typeface="+mj-lt"/>
              <a:ea typeface="+mj-ea"/>
              <a:cs typeface="+mj-cs"/>
            </a:endParaRPr>
          </a:p>
        </p:txBody>
      </p:sp>
      <p:pic>
        <p:nvPicPr>
          <p:cNvPr id="5" name="Espace réservé du contenu 4">
            <a:extLst>
              <a:ext uri="{FF2B5EF4-FFF2-40B4-BE49-F238E27FC236}">
                <a16:creationId xmlns:a16="http://schemas.microsoft.com/office/drawing/2014/main" id="{B897BD17-3FEC-65FD-C65E-F24C0B1B46DA}"/>
              </a:ext>
            </a:extLst>
          </p:cNvPr>
          <p:cNvPicPr>
            <a:picLocks noGrp="1" noChangeAspect="1"/>
          </p:cNvPicPr>
          <p:nvPr>
            <p:ph idx="1"/>
          </p:nvPr>
        </p:nvPicPr>
        <p:blipFill>
          <a:blip r:embed="rId2"/>
          <a:stretch>
            <a:fillRect/>
          </a:stretch>
        </p:blipFill>
        <p:spPr>
          <a:xfrm>
            <a:off x="4346678" y="66885"/>
            <a:ext cx="7537172" cy="4084491"/>
          </a:xfrm>
          <a:prstGeom prst="rect">
            <a:avLst/>
          </a:prstGeom>
        </p:spPr>
      </p:pic>
      <p:sp>
        <p:nvSpPr>
          <p:cNvPr id="3" name="ZoneTexte 2">
            <a:extLst>
              <a:ext uri="{FF2B5EF4-FFF2-40B4-BE49-F238E27FC236}">
                <a16:creationId xmlns:a16="http://schemas.microsoft.com/office/drawing/2014/main" id="{08FDC861-FD51-D39D-1487-A58FD62EE30A}"/>
              </a:ext>
            </a:extLst>
          </p:cNvPr>
          <p:cNvSpPr txBox="1"/>
          <p:nvPr/>
        </p:nvSpPr>
        <p:spPr>
          <a:xfrm>
            <a:off x="4346678" y="4402157"/>
            <a:ext cx="7434072" cy="2308324"/>
          </a:xfrm>
          <a:prstGeom prst="rect">
            <a:avLst/>
          </a:prstGeom>
          <a:noFill/>
        </p:spPr>
        <p:txBody>
          <a:bodyPr wrap="square" rtlCol="0">
            <a:spAutoFit/>
          </a:bodyPr>
          <a:lstStyle/>
          <a:p>
            <a:pPr marL="285750" indent="-285750">
              <a:buFont typeface="Arial" panose="020B0604020202020204" pitchFamily="34" charset="0"/>
              <a:buChar char="•"/>
            </a:pPr>
            <a:r>
              <a:rPr lang="fr-FR" sz="1600" dirty="0"/>
              <a:t>Un </a:t>
            </a:r>
            <a:r>
              <a:rPr lang="fr-FR" sz="1600" b="1" dirty="0"/>
              <a:t>Cluster</a:t>
            </a:r>
            <a:r>
              <a:rPr lang="fr-FR" sz="1600" dirty="0"/>
              <a:t> est constitué de plusieurs </a:t>
            </a:r>
            <a:r>
              <a:rPr lang="fr-FR" sz="1600" b="1" dirty="0" err="1"/>
              <a:t>Nodes</a:t>
            </a:r>
            <a:endParaRPr lang="fr-FR" sz="1600" b="1" dirty="0"/>
          </a:p>
          <a:p>
            <a:pPr marL="285750" indent="-285750">
              <a:buFont typeface="Arial" panose="020B0604020202020204" pitchFamily="34" charset="0"/>
              <a:buChar char="•"/>
            </a:pPr>
            <a:endParaRPr lang="fr-FR" sz="1600" b="1" dirty="0"/>
          </a:p>
          <a:p>
            <a:pPr marL="285750" indent="-285750">
              <a:buFont typeface="Arial" panose="020B0604020202020204" pitchFamily="34" charset="0"/>
              <a:buChar char="•"/>
            </a:pPr>
            <a:r>
              <a:rPr lang="fr-FR" sz="1600" b="1" dirty="0"/>
              <a:t>Node</a:t>
            </a:r>
            <a:r>
              <a:rPr lang="fr-FR" sz="1600" dirty="0"/>
              <a:t> contient plusieurs </a:t>
            </a:r>
            <a:r>
              <a:rPr lang="fr-FR" sz="1600" b="1" dirty="0" err="1"/>
              <a:t>Shards</a:t>
            </a:r>
            <a:endParaRPr lang="fr-FR" sz="1600" b="1" dirty="0"/>
          </a:p>
          <a:p>
            <a:pPr marL="285750" indent="-285750">
              <a:buFont typeface="Arial" panose="020B0604020202020204" pitchFamily="34" charset="0"/>
              <a:buChar char="•"/>
            </a:pPr>
            <a:endParaRPr lang="fr-FR" sz="1600" b="1" dirty="0"/>
          </a:p>
          <a:p>
            <a:pPr marL="285750" indent="-285750">
              <a:buFont typeface="Arial" panose="020B0604020202020204" pitchFamily="34" charset="0"/>
              <a:buChar char="•"/>
            </a:pPr>
            <a:r>
              <a:rPr lang="fr-FR" sz="1600" dirty="0"/>
              <a:t>Un </a:t>
            </a:r>
            <a:r>
              <a:rPr lang="fr-FR" sz="1600" b="1" dirty="0"/>
              <a:t>index</a:t>
            </a:r>
            <a:r>
              <a:rPr lang="fr-FR" sz="1600" dirty="0"/>
              <a:t> est une entité virtuelle subdivisée en plusieurs </a:t>
            </a:r>
            <a:r>
              <a:rPr lang="fr-FR" sz="1600" b="1" dirty="0" err="1"/>
              <a:t>Shards</a:t>
            </a:r>
            <a:r>
              <a:rPr lang="fr-FR" sz="1600" dirty="0"/>
              <a:t> </a:t>
            </a:r>
          </a:p>
          <a:p>
            <a:pPr marL="285750" indent="-285750">
              <a:buFont typeface="Arial" panose="020B0604020202020204" pitchFamily="34" charset="0"/>
              <a:buChar char="•"/>
            </a:pPr>
            <a:endParaRPr lang="fr-FR" sz="1600" b="1" dirty="0"/>
          </a:p>
          <a:p>
            <a:pPr marL="285750" indent="-285750">
              <a:buFont typeface="Arial" panose="020B0604020202020204" pitchFamily="34" charset="0"/>
              <a:buChar char="•"/>
            </a:pPr>
            <a:r>
              <a:rPr lang="fr-FR" sz="1600" dirty="0"/>
              <a:t>Les </a:t>
            </a:r>
            <a:r>
              <a:rPr lang="fr-FR" sz="1600" b="1" dirty="0"/>
              <a:t>Documents</a:t>
            </a:r>
            <a:r>
              <a:rPr lang="fr-FR" sz="1600" dirty="0"/>
              <a:t> sont physiquement stockés dans des </a:t>
            </a:r>
            <a:r>
              <a:rPr lang="fr-FR" sz="1600" b="1" dirty="0" err="1"/>
              <a:t>Shards</a:t>
            </a:r>
            <a:endParaRPr lang="fr-FR" sz="1600" b="1" dirty="0"/>
          </a:p>
          <a:p>
            <a:pPr marL="285750" indent="-285750">
              <a:buFont typeface="Arial" panose="020B0604020202020204" pitchFamily="34" charset="0"/>
              <a:buChar char="•"/>
            </a:pPr>
            <a:endParaRPr lang="fr-FR" sz="1600" b="1" dirty="0"/>
          </a:p>
          <a:p>
            <a:pPr marL="285750" indent="-285750">
              <a:buFont typeface="Arial" panose="020B0604020202020204" pitchFamily="34" charset="0"/>
              <a:buChar char="•"/>
            </a:pPr>
            <a:r>
              <a:rPr lang="fr-FR" sz="1600" dirty="0"/>
              <a:t>La recherche des données s’effectue concrètement dans des </a:t>
            </a:r>
            <a:r>
              <a:rPr lang="fr-FR" sz="1600" b="1" dirty="0" err="1"/>
              <a:t>Shards</a:t>
            </a:r>
            <a:endParaRPr lang="fr-FR" sz="1600" b="1" dirty="0"/>
          </a:p>
        </p:txBody>
      </p:sp>
    </p:spTree>
    <p:extLst>
      <p:ext uri="{BB962C8B-B14F-4D97-AF65-F5344CB8AC3E}">
        <p14:creationId xmlns:p14="http://schemas.microsoft.com/office/powerpoint/2010/main" val="3214765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C9B2BD38-1FFE-9427-6D53-3C85F49BEA40}"/>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600" dirty="0">
                <a:solidFill>
                  <a:srgbClr val="FFFFFF"/>
                </a:solidFill>
              </a:rPr>
              <a:t>Elasticsearch</a:t>
            </a:r>
            <a:r>
              <a:rPr lang="en-US" sz="3600" kern="1200" dirty="0">
                <a:solidFill>
                  <a:srgbClr val="FFFFFF"/>
                </a:solidFill>
                <a:latin typeface="+mj-lt"/>
                <a:ea typeface="+mj-ea"/>
                <a:cs typeface="+mj-cs"/>
              </a:rPr>
              <a:t> - Shards</a:t>
            </a:r>
          </a:p>
        </p:txBody>
      </p:sp>
      <p:pic>
        <p:nvPicPr>
          <p:cNvPr id="7" name="Image 6">
            <a:extLst>
              <a:ext uri="{FF2B5EF4-FFF2-40B4-BE49-F238E27FC236}">
                <a16:creationId xmlns:a16="http://schemas.microsoft.com/office/drawing/2014/main" id="{599D08FB-92CC-EF31-B1E5-204DBF2F3156}"/>
              </a:ext>
            </a:extLst>
          </p:cNvPr>
          <p:cNvPicPr>
            <a:picLocks noChangeAspect="1"/>
          </p:cNvPicPr>
          <p:nvPr/>
        </p:nvPicPr>
        <p:blipFill>
          <a:blip r:embed="rId2"/>
          <a:stretch>
            <a:fillRect/>
          </a:stretch>
        </p:blipFill>
        <p:spPr>
          <a:xfrm>
            <a:off x="4495807" y="17438"/>
            <a:ext cx="7225748" cy="3300703"/>
          </a:xfrm>
          <a:prstGeom prst="rect">
            <a:avLst/>
          </a:prstGeom>
        </p:spPr>
      </p:pic>
      <p:sp>
        <p:nvSpPr>
          <p:cNvPr id="3" name="ZoneTexte 2">
            <a:extLst>
              <a:ext uri="{FF2B5EF4-FFF2-40B4-BE49-F238E27FC236}">
                <a16:creationId xmlns:a16="http://schemas.microsoft.com/office/drawing/2014/main" id="{EBD9E53E-9DE3-9756-CDAB-753A048D8231}"/>
              </a:ext>
            </a:extLst>
          </p:cNvPr>
          <p:cNvSpPr txBox="1"/>
          <p:nvPr/>
        </p:nvSpPr>
        <p:spPr>
          <a:xfrm>
            <a:off x="4447117" y="3318142"/>
            <a:ext cx="7441605" cy="3539430"/>
          </a:xfrm>
          <a:prstGeom prst="rect">
            <a:avLst/>
          </a:prstGeom>
          <a:noFill/>
        </p:spPr>
        <p:txBody>
          <a:bodyPr wrap="square" rtlCol="0">
            <a:spAutoFit/>
          </a:bodyPr>
          <a:lstStyle/>
          <a:p>
            <a:pPr marL="285750" indent="-285750">
              <a:buFont typeface="Arial" panose="020B0604020202020204" pitchFamily="34" charset="0"/>
              <a:buChar char="•"/>
            </a:pPr>
            <a:r>
              <a:rPr lang="fr-FR" sz="1600" b="1" dirty="0" err="1"/>
              <a:t>Shards</a:t>
            </a:r>
            <a:r>
              <a:rPr lang="fr-FR" sz="1600" dirty="0"/>
              <a:t> sont distribués au sein des </a:t>
            </a:r>
            <a:r>
              <a:rPr lang="fr-FR" sz="1600" dirty="0" err="1"/>
              <a:t>Nodes</a:t>
            </a:r>
            <a:r>
              <a:rPr lang="fr-FR" sz="1600" dirty="0"/>
              <a:t> du cluster </a:t>
            </a:r>
            <a:r>
              <a:rPr lang="fr-FR" sz="1600" dirty="0" err="1"/>
              <a:t>Elasticsearch</a:t>
            </a:r>
            <a:endParaRPr lang="fr-FR" sz="1600" dirty="0"/>
          </a:p>
          <a:p>
            <a:pPr marL="285750" indent="-285750">
              <a:buFont typeface="Arial" panose="020B0604020202020204" pitchFamily="34" charset="0"/>
              <a:buChar char="•"/>
            </a:pPr>
            <a:endParaRPr lang="fr-FR" sz="1600" dirty="0"/>
          </a:p>
          <a:p>
            <a:pPr marL="285750" indent="-285750">
              <a:buFont typeface="Arial" panose="020B0604020202020204" pitchFamily="34" charset="0"/>
              <a:buChar char="•"/>
            </a:pPr>
            <a:r>
              <a:rPr lang="fr-FR" sz="1600" dirty="0"/>
              <a:t>La distribution des </a:t>
            </a:r>
            <a:r>
              <a:rPr lang="fr-FR" sz="1600" dirty="0" err="1"/>
              <a:t>Shards</a:t>
            </a:r>
            <a:r>
              <a:rPr lang="fr-FR" sz="1600" dirty="0"/>
              <a:t> permet d’effectuer des </a:t>
            </a:r>
            <a:r>
              <a:rPr lang="fr-FR" sz="1600" b="1" dirty="0"/>
              <a:t>recherches en parallèle </a:t>
            </a:r>
            <a:r>
              <a:rPr lang="fr-FR" sz="1600" dirty="0"/>
              <a:t>et donc d’améliorer les performances des recherches</a:t>
            </a:r>
          </a:p>
          <a:p>
            <a:pPr marL="285750" indent="-285750">
              <a:buFont typeface="Arial" panose="020B0604020202020204" pitchFamily="34" charset="0"/>
              <a:buChar char="•"/>
            </a:pPr>
            <a:endParaRPr lang="fr-FR" sz="1600" dirty="0"/>
          </a:p>
          <a:p>
            <a:pPr marL="285750" indent="-285750">
              <a:buFont typeface="Arial" panose="020B0604020202020204" pitchFamily="34" charset="0"/>
              <a:buChar char="•"/>
            </a:pPr>
            <a:r>
              <a:rPr lang="fr-FR" sz="1600" dirty="0"/>
              <a:t>Nous avons des </a:t>
            </a:r>
            <a:r>
              <a:rPr lang="fr-FR" sz="1600" b="1" dirty="0" err="1"/>
              <a:t>Shards</a:t>
            </a:r>
            <a:r>
              <a:rPr lang="fr-FR" sz="1600" dirty="0"/>
              <a:t> </a:t>
            </a:r>
            <a:r>
              <a:rPr lang="fr-FR" sz="1600" b="1" dirty="0"/>
              <a:t>Primaire</a:t>
            </a:r>
            <a:r>
              <a:rPr lang="fr-FR" sz="1600" dirty="0"/>
              <a:t> (P0, P1,P2) et des </a:t>
            </a:r>
            <a:r>
              <a:rPr lang="fr-FR" sz="1600" b="1" dirty="0" err="1"/>
              <a:t>Shards</a:t>
            </a:r>
            <a:r>
              <a:rPr lang="fr-FR" sz="1600" dirty="0"/>
              <a:t> </a:t>
            </a:r>
            <a:r>
              <a:rPr lang="fr-FR" sz="1600" b="1" dirty="0" err="1"/>
              <a:t>Replica</a:t>
            </a:r>
            <a:r>
              <a:rPr lang="fr-FR" sz="1600" dirty="0"/>
              <a:t> (R0, R1,R2)</a:t>
            </a:r>
          </a:p>
          <a:p>
            <a:pPr marL="285750" indent="-285750">
              <a:buFont typeface="Arial" panose="020B0604020202020204" pitchFamily="34" charset="0"/>
              <a:buChar char="•"/>
            </a:pPr>
            <a:endParaRPr lang="fr-FR" sz="1600" dirty="0"/>
          </a:p>
          <a:p>
            <a:pPr marL="285750" indent="-285750">
              <a:buFont typeface="Arial" panose="020B0604020202020204" pitchFamily="34" charset="0"/>
              <a:buChar char="•"/>
            </a:pPr>
            <a:r>
              <a:rPr lang="fr-FR" sz="1600" dirty="0"/>
              <a:t>Les </a:t>
            </a:r>
            <a:r>
              <a:rPr lang="fr-FR" sz="1600" b="1" dirty="0"/>
              <a:t>Documents</a:t>
            </a:r>
            <a:r>
              <a:rPr lang="fr-FR" sz="1600" dirty="0"/>
              <a:t> sont physiquement stockés dans les </a:t>
            </a:r>
            <a:r>
              <a:rPr lang="fr-FR" sz="1600" b="1" dirty="0" err="1"/>
              <a:t>Shards</a:t>
            </a:r>
            <a:r>
              <a:rPr lang="fr-FR" sz="1600" b="1" dirty="0"/>
              <a:t> primaires</a:t>
            </a:r>
          </a:p>
          <a:p>
            <a:pPr marL="285750" indent="-285750">
              <a:buFont typeface="Arial" panose="020B0604020202020204" pitchFamily="34" charset="0"/>
              <a:buChar char="•"/>
            </a:pPr>
            <a:endParaRPr lang="fr-FR" sz="1600" b="1" dirty="0"/>
          </a:p>
          <a:p>
            <a:pPr marL="285750" indent="-285750">
              <a:buFont typeface="Arial" panose="020B0604020202020204" pitchFamily="34" charset="0"/>
              <a:buChar char="•"/>
            </a:pPr>
            <a:r>
              <a:rPr lang="fr-FR" sz="1600" dirty="0"/>
              <a:t>Les </a:t>
            </a:r>
            <a:r>
              <a:rPr lang="fr-FR" sz="1600" b="1" dirty="0" err="1"/>
              <a:t>Shards</a:t>
            </a:r>
            <a:r>
              <a:rPr lang="fr-FR" sz="1600" b="1" dirty="0"/>
              <a:t> Réplicas </a:t>
            </a:r>
            <a:r>
              <a:rPr lang="fr-FR" sz="1600" dirty="0"/>
              <a:t>permettent d’être tolérant aux pannes en cas de perte d’un </a:t>
            </a:r>
            <a:r>
              <a:rPr lang="fr-FR" sz="1600" b="1" dirty="0" err="1"/>
              <a:t>Shard</a:t>
            </a:r>
            <a:r>
              <a:rPr lang="fr-FR" sz="1600" b="1" dirty="0"/>
              <a:t> primaire </a:t>
            </a:r>
          </a:p>
          <a:p>
            <a:pPr marL="285750" indent="-285750">
              <a:buFont typeface="Arial" panose="020B0604020202020204" pitchFamily="34" charset="0"/>
              <a:buChar char="•"/>
            </a:pPr>
            <a:endParaRPr lang="fr-FR" sz="1600" b="1" dirty="0"/>
          </a:p>
          <a:p>
            <a:pPr marL="285750" indent="-285750">
              <a:buFont typeface="Arial" panose="020B0604020202020204" pitchFamily="34" charset="0"/>
              <a:buChar char="•"/>
            </a:pPr>
            <a:r>
              <a:rPr lang="fr-FR" sz="1600" dirty="0"/>
              <a:t>Les </a:t>
            </a:r>
            <a:r>
              <a:rPr lang="fr-FR" sz="1600" b="1" dirty="0" err="1"/>
              <a:t>Shards</a:t>
            </a:r>
            <a:r>
              <a:rPr lang="fr-FR" sz="1600" b="1" dirty="0"/>
              <a:t> Réplicas </a:t>
            </a:r>
            <a:r>
              <a:rPr lang="fr-FR" sz="1600" dirty="0"/>
              <a:t>contribuent  également à l’amélioration des performances de recherche </a:t>
            </a:r>
            <a:endParaRPr lang="fr-FR" sz="1600" b="1" dirty="0"/>
          </a:p>
        </p:txBody>
      </p:sp>
    </p:spTree>
    <p:extLst>
      <p:ext uri="{BB962C8B-B14F-4D97-AF65-F5344CB8AC3E}">
        <p14:creationId xmlns:p14="http://schemas.microsoft.com/office/powerpoint/2010/main" val="2921801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reeform: Shape 3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B244B42C-276F-7CFF-6885-01B40C4BF45A}"/>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200" dirty="0">
                <a:solidFill>
                  <a:srgbClr val="FFFFFF"/>
                </a:solidFill>
              </a:rPr>
              <a:t>Elasticsearch- </a:t>
            </a:r>
            <a:r>
              <a:rPr lang="en-US" sz="3400" kern="1200" dirty="0" err="1">
                <a:solidFill>
                  <a:srgbClr val="FFFFFF"/>
                </a:solidFill>
                <a:latin typeface="+mj-lt"/>
                <a:ea typeface="+mj-ea"/>
                <a:cs typeface="+mj-cs"/>
              </a:rPr>
              <a:t>Représentation</a:t>
            </a:r>
            <a:r>
              <a:rPr lang="en-US" sz="3400" kern="1200" dirty="0">
                <a:solidFill>
                  <a:srgbClr val="FFFFFF"/>
                </a:solidFill>
                <a:latin typeface="+mj-lt"/>
                <a:ea typeface="+mj-ea"/>
                <a:cs typeface="+mj-cs"/>
              </a:rPr>
              <a:t> </a:t>
            </a:r>
            <a:r>
              <a:rPr lang="en-US" sz="3400" kern="1200" dirty="0" err="1">
                <a:solidFill>
                  <a:srgbClr val="FFFFFF"/>
                </a:solidFill>
                <a:latin typeface="+mj-lt"/>
                <a:ea typeface="+mj-ea"/>
                <a:cs typeface="+mj-cs"/>
              </a:rPr>
              <a:t>Logique</a:t>
            </a:r>
            <a:r>
              <a:rPr lang="en-US" sz="3400" kern="1200" dirty="0">
                <a:solidFill>
                  <a:srgbClr val="FFFFFF"/>
                </a:solidFill>
                <a:latin typeface="+mj-lt"/>
                <a:ea typeface="+mj-ea"/>
                <a:cs typeface="+mj-cs"/>
              </a:rPr>
              <a:t> et Physique</a:t>
            </a:r>
          </a:p>
        </p:txBody>
      </p:sp>
      <p:pic>
        <p:nvPicPr>
          <p:cNvPr id="5" name="Image 4">
            <a:extLst>
              <a:ext uri="{FF2B5EF4-FFF2-40B4-BE49-F238E27FC236}">
                <a16:creationId xmlns:a16="http://schemas.microsoft.com/office/drawing/2014/main" id="{822A8D09-8B6D-8F7F-82D7-124F228AD599}"/>
              </a:ext>
            </a:extLst>
          </p:cNvPr>
          <p:cNvPicPr>
            <a:picLocks noChangeAspect="1"/>
          </p:cNvPicPr>
          <p:nvPr/>
        </p:nvPicPr>
        <p:blipFill>
          <a:blip r:embed="rId2"/>
          <a:stretch>
            <a:fillRect/>
          </a:stretch>
        </p:blipFill>
        <p:spPr>
          <a:xfrm>
            <a:off x="4495807" y="478712"/>
            <a:ext cx="7225748" cy="3522552"/>
          </a:xfrm>
          <a:prstGeom prst="rect">
            <a:avLst/>
          </a:prstGeom>
        </p:spPr>
      </p:pic>
      <p:sp>
        <p:nvSpPr>
          <p:cNvPr id="3" name="ZoneTexte 2">
            <a:extLst>
              <a:ext uri="{FF2B5EF4-FFF2-40B4-BE49-F238E27FC236}">
                <a16:creationId xmlns:a16="http://schemas.microsoft.com/office/drawing/2014/main" id="{1339B49C-08D3-FBAE-EACE-8DBC3C5885B4}"/>
              </a:ext>
            </a:extLst>
          </p:cNvPr>
          <p:cNvSpPr txBox="1"/>
          <p:nvPr/>
        </p:nvSpPr>
        <p:spPr>
          <a:xfrm>
            <a:off x="4593924" y="4303059"/>
            <a:ext cx="7114671" cy="1846659"/>
          </a:xfrm>
          <a:prstGeom prst="rect">
            <a:avLst/>
          </a:prstGeom>
          <a:noFill/>
        </p:spPr>
        <p:txBody>
          <a:bodyPr wrap="square" rtlCol="0">
            <a:spAutoFit/>
          </a:bodyPr>
          <a:lstStyle/>
          <a:p>
            <a:pPr marL="285750" indent="-285750">
              <a:buFont typeface="Arial" panose="020B0604020202020204" pitchFamily="34" charset="0"/>
              <a:buChar char="•"/>
            </a:pPr>
            <a:r>
              <a:rPr lang="fr-FR" sz="1600" dirty="0"/>
              <a:t>Un </a:t>
            </a:r>
            <a:r>
              <a:rPr lang="fr-FR" sz="1600" b="1" dirty="0"/>
              <a:t>Index</a:t>
            </a:r>
            <a:r>
              <a:rPr lang="fr-FR" sz="1600" dirty="0"/>
              <a:t> nommé « </a:t>
            </a:r>
            <a:r>
              <a:rPr lang="fr-FR" sz="1600" b="1" dirty="0" err="1"/>
              <a:t>get-together</a:t>
            </a:r>
            <a:r>
              <a:rPr lang="fr-FR" sz="1600" b="1" dirty="0"/>
              <a:t> »</a:t>
            </a:r>
          </a:p>
          <a:p>
            <a:pPr marL="285750" indent="-285750">
              <a:buFont typeface="Arial" panose="020B0604020202020204" pitchFamily="34" charset="0"/>
              <a:buChar char="•"/>
            </a:pPr>
            <a:endParaRPr lang="fr-FR" sz="1600" b="1" dirty="0"/>
          </a:p>
          <a:p>
            <a:pPr marL="285750" indent="-285750">
              <a:buFont typeface="Arial" panose="020B0604020202020204" pitchFamily="34" charset="0"/>
              <a:buChar char="•"/>
            </a:pPr>
            <a:r>
              <a:rPr lang="fr-FR" sz="1600" dirty="0"/>
              <a:t>L’index contient 2 types de </a:t>
            </a:r>
            <a:r>
              <a:rPr lang="fr-FR" sz="1600" b="1" dirty="0"/>
              <a:t>Document</a:t>
            </a:r>
            <a:r>
              <a:rPr lang="fr-FR" sz="1600" dirty="0"/>
              <a:t> : group &amp; </a:t>
            </a:r>
            <a:r>
              <a:rPr lang="fr-FR" sz="1600" dirty="0" err="1"/>
              <a:t>event</a:t>
            </a:r>
            <a:endParaRPr lang="fr-FR" sz="1600" dirty="0"/>
          </a:p>
          <a:p>
            <a:pPr marL="285750" indent="-285750">
              <a:buFont typeface="Arial" panose="020B0604020202020204" pitchFamily="34" charset="0"/>
              <a:buChar char="•"/>
            </a:pPr>
            <a:endParaRPr lang="fr-FR" sz="1600" dirty="0"/>
          </a:p>
          <a:p>
            <a:pPr marL="285750" indent="-285750">
              <a:buFont typeface="Arial" panose="020B0604020202020204" pitchFamily="34" charset="0"/>
              <a:buChar char="•"/>
            </a:pPr>
            <a:r>
              <a:rPr lang="fr-FR" sz="1600" dirty="0"/>
              <a:t>L’index </a:t>
            </a:r>
            <a:r>
              <a:rPr lang="fr-FR" sz="1600" b="1" dirty="0"/>
              <a:t>« </a:t>
            </a:r>
            <a:r>
              <a:rPr lang="fr-FR" sz="1600" b="1" dirty="0" err="1"/>
              <a:t>get-together</a:t>
            </a:r>
            <a:r>
              <a:rPr lang="fr-FR" sz="1600" b="1" dirty="0"/>
              <a:t> » </a:t>
            </a:r>
            <a:r>
              <a:rPr lang="fr-FR" sz="1600" dirty="0"/>
              <a:t>est subdivisé en plusieurs </a:t>
            </a:r>
            <a:r>
              <a:rPr lang="fr-FR" sz="1600" b="1" dirty="0" err="1"/>
              <a:t>Shards</a:t>
            </a:r>
            <a:r>
              <a:rPr lang="fr-FR" sz="1600" dirty="0"/>
              <a:t> dans la vue physique</a:t>
            </a:r>
          </a:p>
          <a:p>
            <a:pPr marL="285750" indent="-285750">
              <a:buFont typeface="Arial" panose="020B0604020202020204" pitchFamily="34" charset="0"/>
              <a:buChar char="•"/>
            </a:pPr>
            <a:endParaRPr lang="fr-FR" dirty="0"/>
          </a:p>
        </p:txBody>
      </p:sp>
    </p:spTree>
    <p:extLst>
      <p:ext uri="{BB962C8B-B14F-4D97-AF65-F5344CB8AC3E}">
        <p14:creationId xmlns:p14="http://schemas.microsoft.com/office/powerpoint/2010/main" val="1595640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2F045C-ECC4-F2B9-3B22-578721397675}"/>
            </a:ext>
          </a:extLst>
        </p:cNvPr>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642C9D40-EA74-06D5-C043-E1562D8D5D25}"/>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600" dirty="0">
                <a:solidFill>
                  <a:srgbClr val="FFFFFF"/>
                </a:solidFill>
              </a:rPr>
              <a:t>Elasticsearch-</a:t>
            </a:r>
            <a:r>
              <a:rPr lang="en-US" sz="3600" kern="1200" dirty="0">
                <a:solidFill>
                  <a:srgbClr val="FFFFFF"/>
                </a:solidFill>
                <a:latin typeface="+mj-lt"/>
                <a:ea typeface="+mj-ea"/>
                <a:cs typeface="+mj-cs"/>
              </a:rPr>
              <a:t> </a:t>
            </a:r>
            <a:r>
              <a:rPr lang="en-US" sz="3600" dirty="0">
                <a:solidFill>
                  <a:srgbClr val="FFFFFF"/>
                </a:solidFill>
              </a:rPr>
              <a:t>I</a:t>
            </a:r>
            <a:r>
              <a:rPr lang="en-US" sz="3600" kern="1200" dirty="0">
                <a:solidFill>
                  <a:srgbClr val="FFFFFF"/>
                </a:solidFill>
                <a:latin typeface="+mj-lt"/>
                <a:ea typeface="+mj-ea"/>
                <a:cs typeface="+mj-cs"/>
              </a:rPr>
              <a:t>ndexation &amp; </a:t>
            </a:r>
            <a:r>
              <a:rPr lang="en-US" sz="3600" dirty="0">
                <a:solidFill>
                  <a:srgbClr val="FFFFFF"/>
                </a:solidFill>
              </a:rPr>
              <a:t>R</a:t>
            </a:r>
            <a:r>
              <a:rPr lang="en-US" sz="3600" kern="1200" dirty="0">
                <a:solidFill>
                  <a:srgbClr val="FFFFFF"/>
                </a:solidFill>
                <a:latin typeface="+mj-lt"/>
                <a:ea typeface="+mj-ea"/>
                <a:cs typeface="+mj-cs"/>
              </a:rPr>
              <a:t>echerche</a:t>
            </a:r>
          </a:p>
        </p:txBody>
      </p:sp>
      <p:pic>
        <p:nvPicPr>
          <p:cNvPr id="4" name="Image 3">
            <a:extLst>
              <a:ext uri="{FF2B5EF4-FFF2-40B4-BE49-F238E27FC236}">
                <a16:creationId xmlns:a16="http://schemas.microsoft.com/office/drawing/2014/main" id="{31F7A533-E892-FFE4-8333-C1418E5A18ED}"/>
              </a:ext>
            </a:extLst>
          </p:cNvPr>
          <p:cNvPicPr>
            <a:picLocks noChangeAspect="1"/>
          </p:cNvPicPr>
          <p:nvPr/>
        </p:nvPicPr>
        <p:blipFill>
          <a:blip r:embed="rId2"/>
          <a:stretch>
            <a:fillRect/>
          </a:stretch>
        </p:blipFill>
        <p:spPr>
          <a:xfrm>
            <a:off x="4424552" y="245723"/>
            <a:ext cx="7381498" cy="4220505"/>
          </a:xfrm>
          <a:prstGeom prst="rect">
            <a:avLst/>
          </a:prstGeom>
        </p:spPr>
      </p:pic>
      <p:sp>
        <p:nvSpPr>
          <p:cNvPr id="3" name="ZoneTexte 2">
            <a:extLst>
              <a:ext uri="{FF2B5EF4-FFF2-40B4-BE49-F238E27FC236}">
                <a16:creationId xmlns:a16="http://schemas.microsoft.com/office/drawing/2014/main" id="{AAD06631-68B9-2038-4E5B-9ED91DC19B99}"/>
              </a:ext>
            </a:extLst>
          </p:cNvPr>
          <p:cNvSpPr txBox="1"/>
          <p:nvPr/>
        </p:nvSpPr>
        <p:spPr>
          <a:xfrm>
            <a:off x="4613526" y="4881751"/>
            <a:ext cx="7003550" cy="1323439"/>
          </a:xfrm>
          <a:prstGeom prst="rect">
            <a:avLst/>
          </a:prstGeom>
          <a:noFill/>
        </p:spPr>
        <p:txBody>
          <a:bodyPr wrap="square" rtlCol="0">
            <a:spAutoFit/>
          </a:bodyPr>
          <a:lstStyle/>
          <a:p>
            <a:pPr marL="285750" indent="-285750">
              <a:buFont typeface="Arial" panose="020B0604020202020204" pitchFamily="34" charset="0"/>
              <a:buChar char="•"/>
            </a:pPr>
            <a:r>
              <a:rPr lang="fr-FR" sz="1600" dirty="0"/>
              <a:t>Pour indexer un </a:t>
            </a:r>
            <a:r>
              <a:rPr lang="fr-FR" sz="1600" b="1" dirty="0"/>
              <a:t>Document</a:t>
            </a:r>
            <a:r>
              <a:rPr lang="fr-FR" sz="1600" dirty="0"/>
              <a:t> il faut préciser : Index + Type + Document ID</a:t>
            </a:r>
          </a:p>
          <a:p>
            <a:pPr marL="285750" indent="-285750">
              <a:buFont typeface="Arial" panose="020B0604020202020204" pitchFamily="34" charset="0"/>
              <a:buChar char="•"/>
            </a:pPr>
            <a:endParaRPr lang="fr-FR" sz="1600" dirty="0"/>
          </a:p>
          <a:p>
            <a:pPr marL="285750" indent="-285750">
              <a:buFont typeface="Arial" panose="020B0604020202020204" pitchFamily="34" charset="0"/>
              <a:buChar char="•"/>
            </a:pPr>
            <a:r>
              <a:rPr lang="fr-FR" sz="1600" dirty="0"/>
              <a:t>Un </a:t>
            </a:r>
            <a:r>
              <a:rPr lang="fr-FR" sz="1600" b="1" dirty="0"/>
              <a:t>Document</a:t>
            </a:r>
            <a:r>
              <a:rPr lang="fr-FR" sz="1600" dirty="0"/>
              <a:t> possède un </a:t>
            </a:r>
            <a:r>
              <a:rPr lang="fr-FR" sz="1600" b="1" dirty="0"/>
              <a:t>ID</a:t>
            </a:r>
            <a:r>
              <a:rPr lang="fr-FR" sz="1600" dirty="0"/>
              <a:t> qui permet de l’identifier de façon unique </a:t>
            </a:r>
          </a:p>
          <a:p>
            <a:pPr marL="285750" indent="-285750">
              <a:buFont typeface="Arial" panose="020B0604020202020204" pitchFamily="34" charset="0"/>
              <a:buChar char="•"/>
            </a:pPr>
            <a:endParaRPr lang="fr-FR" sz="1600" dirty="0"/>
          </a:p>
          <a:p>
            <a:pPr marL="285750" indent="-285750">
              <a:buFont typeface="Arial" panose="020B0604020202020204" pitchFamily="34" charset="0"/>
              <a:buChar char="•"/>
            </a:pPr>
            <a:r>
              <a:rPr lang="fr-FR" sz="1600" dirty="0"/>
              <a:t>On peut faire des recherches sur un type de document, un index, le cluster </a:t>
            </a:r>
          </a:p>
        </p:txBody>
      </p:sp>
    </p:spTree>
    <p:extLst>
      <p:ext uri="{BB962C8B-B14F-4D97-AF65-F5344CB8AC3E}">
        <p14:creationId xmlns:p14="http://schemas.microsoft.com/office/powerpoint/2010/main" val="3322392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C79CE6CD-7996-D2BE-5482-B813D600B0B9}"/>
              </a:ext>
            </a:extLst>
          </p:cNvPr>
          <p:cNvSpPr>
            <a:spLocks noGrp="1"/>
          </p:cNvSpPr>
          <p:nvPr>
            <p:ph type="title"/>
          </p:nvPr>
        </p:nvSpPr>
        <p:spPr>
          <a:xfrm>
            <a:off x="826396" y="586855"/>
            <a:ext cx="4230100" cy="3387497"/>
          </a:xfrm>
        </p:spPr>
        <p:txBody>
          <a:bodyPr anchor="b">
            <a:normAutofit/>
          </a:bodyPr>
          <a:lstStyle/>
          <a:p>
            <a:pPr algn="r"/>
            <a:r>
              <a:rPr lang="fr-FR" sz="4000">
                <a:solidFill>
                  <a:srgbClr val="FFFFFF"/>
                </a:solidFill>
              </a:rPr>
              <a:t>Communiquer avec Elasticsearch</a:t>
            </a:r>
          </a:p>
        </p:txBody>
      </p:sp>
      <p:sp>
        <p:nvSpPr>
          <p:cNvPr id="3" name="Espace réservé du contenu 2">
            <a:extLst>
              <a:ext uri="{FF2B5EF4-FFF2-40B4-BE49-F238E27FC236}">
                <a16:creationId xmlns:a16="http://schemas.microsoft.com/office/drawing/2014/main" id="{8E99FFEC-DFBF-8BC2-8BDC-6C43E428442A}"/>
              </a:ext>
            </a:extLst>
          </p:cNvPr>
          <p:cNvSpPr>
            <a:spLocks noGrp="1"/>
          </p:cNvSpPr>
          <p:nvPr>
            <p:ph idx="1"/>
          </p:nvPr>
        </p:nvSpPr>
        <p:spPr>
          <a:xfrm>
            <a:off x="5780314" y="649480"/>
            <a:ext cx="6128657" cy="5546047"/>
          </a:xfrm>
        </p:spPr>
        <p:txBody>
          <a:bodyPr anchor="ctr">
            <a:normAutofit/>
          </a:bodyPr>
          <a:lstStyle/>
          <a:p>
            <a:pPr marL="0" indent="0">
              <a:buNone/>
            </a:pPr>
            <a:r>
              <a:rPr lang="fr-FR" sz="2000" dirty="0"/>
              <a:t>A travers l’API REST :</a:t>
            </a:r>
          </a:p>
          <a:p>
            <a:pPr marL="0" indent="0">
              <a:buNone/>
            </a:pPr>
            <a:r>
              <a:rPr lang="fr-FR" sz="2000" dirty="0"/>
              <a:t> </a:t>
            </a:r>
          </a:p>
          <a:p>
            <a:pPr lvl="1">
              <a:buFont typeface="Wingdings" panose="05000000000000000000" pitchFamily="2" charset="2"/>
              <a:buChar char="q"/>
            </a:pPr>
            <a:r>
              <a:rPr lang="nl-NL" sz="1600" dirty="0"/>
              <a:t> </a:t>
            </a:r>
            <a:r>
              <a:rPr lang="nl-NL" sz="1600" b="1" dirty="0" err="1"/>
              <a:t>Curl</a:t>
            </a:r>
            <a:r>
              <a:rPr lang="nl-NL" sz="1600" b="1" dirty="0"/>
              <a:t> -X &lt;Rest </a:t>
            </a:r>
            <a:r>
              <a:rPr lang="nl-NL" sz="1600" b="1" dirty="0" err="1"/>
              <a:t>verb</a:t>
            </a:r>
            <a:r>
              <a:rPr lang="nl-NL" sz="1600" b="1" dirty="0"/>
              <a:t>&gt; &lt;Node&gt;:&lt;Port&gt;/&lt;Index&gt;/&lt;Type&gt;/&lt;ID&gt;</a:t>
            </a:r>
          </a:p>
          <a:p>
            <a:pPr lvl="1">
              <a:buFont typeface="Wingdings" panose="05000000000000000000" pitchFamily="2" charset="2"/>
              <a:buChar char="q"/>
            </a:pPr>
            <a:endParaRPr lang="nl-NL" sz="2000" b="1" dirty="0"/>
          </a:p>
          <a:p>
            <a:pPr lvl="1">
              <a:buFont typeface="Wingdings" panose="05000000000000000000" pitchFamily="2" charset="2"/>
              <a:buChar char="q"/>
            </a:pPr>
            <a:r>
              <a:rPr lang="fr-FR" sz="1600" dirty="0"/>
              <a:t>Port d’écoute: </a:t>
            </a:r>
            <a:r>
              <a:rPr lang="fr-FR" sz="1600" b="1" dirty="0"/>
              <a:t>9200</a:t>
            </a:r>
          </a:p>
          <a:p>
            <a:pPr lvl="1">
              <a:buFont typeface="Wingdings" panose="05000000000000000000" pitchFamily="2" charset="2"/>
              <a:buChar char="q"/>
            </a:pPr>
            <a:endParaRPr lang="fr-FR" sz="1600" b="1" dirty="0"/>
          </a:p>
          <a:p>
            <a:pPr lvl="1">
              <a:buFont typeface="Wingdings" panose="05000000000000000000" pitchFamily="2" charset="2"/>
              <a:buChar char="q"/>
            </a:pPr>
            <a:r>
              <a:rPr lang="fr-FR" sz="1600" dirty="0"/>
              <a:t>Pour faire des recherches on appelle la méthode /</a:t>
            </a:r>
            <a:r>
              <a:rPr lang="fr-FR" sz="1600" b="1" dirty="0"/>
              <a:t>_</a:t>
            </a:r>
            <a:r>
              <a:rPr lang="fr-FR" sz="1600" b="1" dirty="0" err="1"/>
              <a:t>search</a:t>
            </a:r>
            <a:endParaRPr lang="fr-FR" sz="1600" b="1" dirty="0"/>
          </a:p>
        </p:txBody>
      </p:sp>
    </p:spTree>
    <p:extLst>
      <p:ext uri="{BB962C8B-B14F-4D97-AF65-F5344CB8AC3E}">
        <p14:creationId xmlns:p14="http://schemas.microsoft.com/office/powerpoint/2010/main" val="2540302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2E17E911-875F-4DE5-8699-99D9F1805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reeform: Shape 4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2" name="Rectangle 4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CBEFF61-78A8-16C0-07CF-89EFC9ABD6EE}"/>
              </a:ext>
            </a:extLst>
          </p:cNvPr>
          <p:cNvSpPr>
            <a:spLocks noGrp="1"/>
          </p:cNvSpPr>
          <p:nvPr>
            <p:ph type="title"/>
          </p:nvPr>
        </p:nvSpPr>
        <p:spPr>
          <a:xfrm>
            <a:off x="466722" y="586855"/>
            <a:ext cx="3201366" cy="3387497"/>
          </a:xfrm>
        </p:spPr>
        <p:txBody>
          <a:bodyPr anchor="b">
            <a:normAutofit/>
          </a:bodyPr>
          <a:lstStyle/>
          <a:p>
            <a:pPr algn="r"/>
            <a:r>
              <a:rPr lang="fr-FR" sz="4000">
                <a:solidFill>
                  <a:srgbClr val="FFFFFF"/>
                </a:solidFill>
              </a:rPr>
              <a:t>Création  d’un Index</a:t>
            </a:r>
          </a:p>
        </p:txBody>
      </p:sp>
      <p:sp>
        <p:nvSpPr>
          <p:cNvPr id="3" name="Espace réservé du contenu 2">
            <a:extLst>
              <a:ext uri="{FF2B5EF4-FFF2-40B4-BE49-F238E27FC236}">
                <a16:creationId xmlns:a16="http://schemas.microsoft.com/office/drawing/2014/main" id="{4800E196-E3D3-471E-77EF-39C15FBA173A}"/>
              </a:ext>
            </a:extLst>
          </p:cNvPr>
          <p:cNvSpPr>
            <a:spLocks noGrp="1"/>
          </p:cNvSpPr>
          <p:nvPr>
            <p:ph idx="1"/>
          </p:nvPr>
        </p:nvSpPr>
        <p:spPr>
          <a:xfrm>
            <a:off x="4581727" y="649480"/>
            <a:ext cx="3025303" cy="5546047"/>
          </a:xfrm>
        </p:spPr>
        <p:txBody>
          <a:bodyPr anchor="ctr">
            <a:normAutofit/>
          </a:bodyPr>
          <a:lstStyle/>
          <a:p>
            <a:r>
              <a:rPr lang="fr-FR" sz="2000" dirty="0"/>
              <a:t>On utilise </a:t>
            </a:r>
            <a:r>
              <a:rPr lang="fr-FR" sz="2000" b="1" dirty="0"/>
              <a:t>API PUT</a:t>
            </a:r>
          </a:p>
          <a:p>
            <a:r>
              <a:rPr lang="fr-FR" sz="2000" dirty="0"/>
              <a:t>On a défini 5 </a:t>
            </a:r>
            <a:r>
              <a:rPr lang="fr-FR" sz="2000" dirty="0" err="1"/>
              <a:t>Shards</a:t>
            </a:r>
            <a:r>
              <a:rPr lang="fr-FR" sz="2000" dirty="0"/>
              <a:t> et 2 </a:t>
            </a:r>
            <a:r>
              <a:rPr lang="fr-FR" sz="2000" dirty="0" err="1"/>
              <a:t>Replicas</a:t>
            </a:r>
            <a:endParaRPr lang="fr-FR" sz="2000" dirty="0"/>
          </a:p>
          <a:p>
            <a:r>
              <a:rPr lang="fr-FR" sz="2000" dirty="0"/>
              <a:t>On a défini le mapping des champs du </a:t>
            </a:r>
            <a:r>
              <a:rPr lang="fr-FR" sz="2000" dirty="0" err="1"/>
              <a:t>ducument</a:t>
            </a:r>
            <a:endParaRPr lang="fr-FR" sz="2000" dirty="0"/>
          </a:p>
          <a:p>
            <a:pPr lvl="1">
              <a:buFont typeface="Wingdings" panose="05000000000000000000" pitchFamily="2" charset="2"/>
              <a:buChar char="Ø"/>
            </a:pPr>
            <a:r>
              <a:rPr lang="en-US" sz="2000" i="1" dirty="0"/>
              <a:t>name</a:t>
            </a:r>
            <a:r>
              <a:rPr lang="en-US" sz="2000" dirty="0"/>
              <a:t> et </a:t>
            </a:r>
            <a:r>
              <a:rPr lang="en-US" sz="2000" i="1" dirty="0"/>
              <a:t>nationality</a:t>
            </a:r>
            <a:r>
              <a:rPr lang="en-US" sz="2000" dirty="0"/>
              <a:t> de type </a:t>
            </a:r>
            <a:r>
              <a:rPr lang="en-US" sz="2000" i="1" dirty="0"/>
              <a:t>keyword</a:t>
            </a:r>
            <a:r>
              <a:rPr lang="en-US" sz="2000" dirty="0"/>
              <a:t> </a:t>
            </a:r>
          </a:p>
          <a:p>
            <a:pPr lvl="1">
              <a:buFont typeface="Wingdings" panose="05000000000000000000" pitchFamily="2" charset="2"/>
              <a:buChar char="Ø"/>
            </a:pPr>
            <a:r>
              <a:rPr lang="en-US" sz="2000" i="1" dirty="0"/>
              <a:t>age</a:t>
            </a:r>
            <a:r>
              <a:rPr lang="en-US" sz="2000" dirty="0"/>
              <a:t> de type </a:t>
            </a:r>
            <a:r>
              <a:rPr lang="en-US" sz="2000" i="1" dirty="0"/>
              <a:t>integer</a:t>
            </a:r>
            <a:r>
              <a:rPr lang="en-US" sz="2000" dirty="0"/>
              <a:t> </a:t>
            </a:r>
          </a:p>
          <a:p>
            <a:pPr lvl="1">
              <a:buFont typeface="Wingdings" panose="05000000000000000000" pitchFamily="2" charset="2"/>
              <a:buChar char="Ø"/>
            </a:pPr>
            <a:r>
              <a:rPr lang="en-US" sz="2000" i="1" dirty="0"/>
              <a:t>background</a:t>
            </a:r>
            <a:r>
              <a:rPr lang="en-US" sz="2000" dirty="0"/>
              <a:t> de type  </a:t>
            </a:r>
            <a:r>
              <a:rPr lang="en-US" sz="2000" i="1" dirty="0"/>
              <a:t>text</a:t>
            </a:r>
            <a:endParaRPr lang="fr-FR" sz="2000" dirty="0"/>
          </a:p>
        </p:txBody>
      </p:sp>
      <p:pic>
        <p:nvPicPr>
          <p:cNvPr id="7" name="Image 6">
            <a:extLst>
              <a:ext uri="{FF2B5EF4-FFF2-40B4-BE49-F238E27FC236}">
                <a16:creationId xmlns:a16="http://schemas.microsoft.com/office/drawing/2014/main" id="{B19C2DC0-14B4-3441-A0A2-91CC4785337D}"/>
              </a:ext>
            </a:extLst>
          </p:cNvPr>
          <p:cNvPicPr>
            <a:picLocks noChangeAspect="1"/>
          </p:cNvPicPr>
          <p:nvPr/>
        </p:nvPicPr>
        <p:blipFill>
          <a:blip r:embed="rId2"/>
          <a:srcRect r="12778"/>
          <a:stretch>
            <a:fillRect/>
          </a:stretch>
        </p:blipFill>
        <p:spPr>
          <a:xfrm>
            <a:off x="8109502" y="10"/>
            <a:ext cx="4082498" cy="6857990"/>
          </a:xfrm>
          <a:prstGeom prst="rect">
            <a:avLst/>
          </a:prstGeom>
        </p:spPr>
      </p:pic>
    </p:spTree>
    <p:extLst>
      <p:ext uri="{BB962C8B-B14F-4D97-AF65-F5344CB8AC3E}">
        <p14:creationId xmlns:p14="http://schemas.microsoft.com/office/powerpoint/2010/main" val="308629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1B2040-8F50-529D-E965-FDE55468AD2F}"/>
            </a:ext>
          </a:extLst>
        </p:cNvPr>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8" name="Rectangle 5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7602B9D-495D-136B-E011-D99535C66740}"/>
              </a:ext>
            </a:extLst>
          </p:cNvPr>
          <p:cNvSpPr>
            <a:spLocks noGrp="1"/>
          </p:cNvSpPr>
          <p:nvPr>
            <p:ph type="title"/>
          </p:nvPr>
        </p:nvSpPr>
        <p:spPr>
          <a:xfrm>
            <a:off x="466722" y="586855"/>
            <a:ext cx="3201366" cy="3387497"/>
          </a:xfrm>
        </p:spPr>
        <p:txBody>
          <a:bodyPr anchor="b">
            <a:normAutofit/>
          </a:bodyPr>
          <a:lstStyle/>
          <a:p>
            <a:pPr algn="r"/>
            <a:r>
              <a:rPr lang="fr-FR" sz="4000" dirty="0">
                <a:solidFill>
                  <a:srgbClr val="FFFFFF"/>
                </a:solidFill>
              </a:rPr>
              <a:t>Insérer un Document</a:t>
            </a:r>
          </a:p>
        </p:txBody>
      </p:sp>
      <p:sp>
        <p:nvSpPr>
          <p:cNvPr id="3" name="Espace réservé du contenu 2">
            <a:extLst>
              <a:ext uri="{FF2B5EF4-FFF2-40B4-BE49-F238E27FC236}">
                <a16:creationId xmlns:a16="http://schemas.microsoft.com/office/drawing/2014/main" id="{F5F3804D-E754-F15E-1764-B90BF99F590F}"/>
              </a:ext>
            </a:extLst>
          </p:cNvPr>
          <p:cNvSpPr>
            <a:spLocks noGrp="1"/>
          </p:cNvSpPr>
          <p:nvPr>
            <p:ph idx="1"/>
          </p:nvPr>
        </p:nvSpPr>
        <p:spPr>
          <a:xfrm>
            <a:off x="4581726" y="649480"/>
            <a:ext cx="6456387" cy="2148149"/>
          </a:xfrm>
        </p:spPr>
        <p:txBody>
          <a:bodyPr anchor="ctr">
            <a:normAutofit/>
          </a:bodyPr>
          <a:lstStyle/>
          <a:p>
            <a:r>
              <a:rPr lang="fr-FR" sz="2000" dirty="0"/>
              <a:t>On précise le nom de l’index</a:t>
            </a:r>
            <a:endParaRPr lang="fr-FR" sz="2000" b="1" dirty="0"/>
          </a:p>
          <a:p>
            <a:r>
              <a:rPr lang="fr-FR" sz="2000" dirty="0"/>
              <a:t>On précise le document  et ID du document</a:t>
            </a:r>
          </a:p>
          <a:p>
            <a:r>
              <a:rPr lang="fr-FR" sz="2000" dirty="0"/>
              <a:t>On définit le contenu du Document dans le body de la requête</a:t>
            </a:r>
          </a:p>
        </p:txBody>
      </p:sp>
      <p:pic>
        <p:nvPicPr>
          <p:cNvPr id="8" name="Image 7">
            <a:extLst>
              <a:ext uri="{FF2B5EF4-FFF2-40B4-BE49-F238E27FC236}">
                <a16:creationId xmlns:a16="http://schemas.microsoft.com/office/drawing/2014/main" id="{0218AE4C-A39B-341D-B690-552B16298D25}"/>
              </a:ext>
            </a:extLst>
          </p:cNvPr>
          <p:cNvPicPr>
            <a:picLocks noChangeAspect="1"/>
          </p:cNvPicPr>
          <p:nvPr/>
        </p:nvPicPr>
        <p:blipFill>
          <a:blip r:embed="rId2"/>
          <a:stretch>
            <a:fillRect/>
          </a:stretch>
        </p:blipFill>
        <p:spPr>
          <a:xfrm>
            <a:off x="4466855" y="3209428"/>
            <a:ext cx="7258423" cy="1701887"/>
          </a:xfrm>
          <a:prstGeom prst="rect">
            <a:avLst/>
          </a:prstGeom>
        </p:spPr>
      </p:pic>
    </p:spTree>
    <p:extLst>
      <p:ext uri="{BB962C8B-B14F-4D97-AF65-F5344CB8AC3E}">
        <p14:creationId xmlns:p14="http://schemas.microsoft.com/office/powerpoint/2010/main" val="760437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4C6B5652-C661-4C58-B937-F0F490F7F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B936867-6407-43FB-9DE6-1B0879D0C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CD0B258-678B-4A8C-894F-848AF24A1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Freeform: Shape 38">
            <a:extLst>
              <a:ext uri="{FF2B5EF4-FFF2-40B4-BE49-F238E27FC236}">
                <a16:creationId xmlns:a16="http://schemas.microsoft.com/office/drawing/2014/main" id="{C8D58395-74AF-401A-AF2F-76B6FCF71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1" name="Rectangle 40">
            <a:extLst>
              <a:ext uri="{FF2B5EF4-FFF2-40B4-BE49-F238E27FC236}">
                <a16:creationId xmlns:a16="http://schemas.microsoft.com/office/drawing/2014/main" id="{2F003F3F-F118-41D2-AA3F-74DB0D197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8EB0DCB-36F8-3794-2254-FAE93978F79B}"/>
              </a:ext>
            </a:extLst>
          </p:cNvPr>
          <p:cNvSpPr>
            <a:spLocks noGrp="1"/>
          </p:cNvSpPr>
          <p:nvPr>
            <p:ph type="title"/>
          </p:nvPr>
        </p:nvSpPr>
        <p:spPr>
          <a:xfrm>
            <a:off x="806825" y="457201"/>
            <a:ext cx="2844800" cy="3588870"/>
          </a:xfrm>
        </p:spPr>
        <p:txBody>
          <a:bodyPr anchor="b">
            <a:normAutofit/>
          </a:bodyPr>
          <a:lstStyle/>
          <a:p>
            <a:r>
              <a:rPr lang="fr-FR" sz="4000">
                <a:solidFill>
                  <a:srgbClr val="FFFFFF"/>
                </a:solidFill>
              </a:rPr>
              <a:t>Query – Match_all</a:t>
            </a:r>
            <a:endParaRPr lang="fr-FR" sz="4000" dirty="0">
              <a:solidFill>
                <a:srgbClr val="FFFFFF"/>
              </a:solidFill>
            </a:endParaRPr>
          </a:p>
        </p:txBody>
      </p:sp>
      <p:sp>
        <p:nvSpPr>
          <p:cNvPr id="3" name="Espace réservé du contenu 2">
            <a:extLst>
              <a:ext uri="{FF2B5EF4-FFF2-40B4-BE49-F238E27FC236}">
                <a16:creationId xmlns:a16="http://schemas.microsoft.com/office/drawing/2014/main" id="{EDA741A1-7898-05AD-CE6F-0D5E7277B512}"/>
              </a:ext>
            </a:extLst>
          </p:cNvPr>
          <p:cNvSpPr>
            <a:spLocks noGrp="1"/>
          </p:cNvSpPr>
          <p:nvPr>
            <p:ph idx="1"/>
          </p:nvPr>
        </p:nvSpPr>
        <p:spPr>
          <a:xfrm>
            <a:off x="4458450" y="293914"/>
            <a:ext cx="3290579" cy="5912329"/>
          </a:xfrm>
        </p:spPr>
        <p:txBody>
          <a:bodyPr anchor="ctr">
            <a:normAutofit/>
          </a:bodyPr>
          <a:lstStyle/>
          <a:p>
            <a:r>
              <a:rPr lang="fr-FR" sz="1900" dirty="0"/>
              <a:t>Récupérer tous les documents dans un Index</a:t>
            </a:r>
          </a:p>
          <a:p>
            <a:endParaRPr lang="fr-FR" sz="1900" dirty="0"/>
          </a:p>
          <a:p>
            <a:r>
              <a:rPr lang="fr-FR" sz="1900" dirty="0"/>
              <a:t>Critères de recherches :</a:t>
            </a:r>
          </a:p>
          <a:p>
            <a:pPr lvl="1"/>
            <a:r>
              <a:rPr lang="en-US" sz="1900" b="1" i="1" dirty="0"/>
              <a:t>timeout</a:t>
            </a:r>
            <a:r>
              <a:rPr lang="en-US" sz="1900" dirty="0"/>
              <a:t> – timeout de </a:t>
            </a:r>
            <a:r>
              <a:rPr lang="en-US" sz="1900"/>
              <a:t>la requête</a:t>
            </a:r>
            <a:endParaRPr lang="en-US" sz="1900" dirty="0"/>
          </a:p>
          <a:p>
            <a:pPr lvl="1"/>
            <a:r>
              <a:rPr lang="en-US" sz="1900" b="1" i="1" dirty="0"/>
              <a:t>from</a:t>
            </a:r>
            <a:r>
              <a:rPr lang="en-US" sz="1900" dirty="0"/>
              <a:t> – Position </a:t>
            </a:r>
            <a:r>
              <a:rPr lang="en-US" sz="1900"/>
              <a:t>à partir de laquelle on récupère les résultats, par défaut c’est </a:t>
            </a:r>
            <a:r>
              <a:rPr lang="en-US" sz="1900" dirty="0"/>
              <a:t>0.</a:t>
            </a:r>
          </a:p>
          <a:p>
            <a:pPr lvl="1"/>
            <a:r>
              <a:rPr lang="en-US" sz="1900" b="1" i="1" dirty="0"/>
              <a:t>size</a:t>
            </a:r>
            <a:r>
              <a:rPr lang="en-US" sz="1900" dirty="0"/>
              <a:t> – Nobre </a:t>
            </a:r>
            <a:r>
              <a:rPr lang="en-US" sz="1900"/>
              <a:t>de résultat à retourner. Par défaut c’est </a:t>
            </a:r>
            <a:r>
              <a:rPr lang="en-US" sz="1900" dirty="0"/>
              <a:t>10.</a:t>
            </a:r>
          </a:p>
          <a:p>
            <a:pPr lvl="1"/>
            <a:r>
              <a:rPr lang="en-US" sz="1900" b="1" i="1" dirty="0"/>
              <a:t>_source</a:t>
            </a:r>
            <a:r>
              <a:rPr lang="en-US" sz="1900" dirty="0"/>
              <a:t> – Pour specifier les </a:t>
            </a:r>
            <a:r>
              <a:rPr lang="en-US" sz="1900"/>
              <a:t>champs que l’on veut afficher </a:t>
            </a:r>
            <a:r>
              <a:rPr lang="en-US" sz="1900" dirty="0"/>
              <a:t>dans </a:t>
            </a:r>
            <a:r>
              <a:rPr lang="en-US" sz="1900"/>
              <a:t>les résultats.</a:t>
            </a:r>
            <a:endParaRPr lang="en-US" sz="1900" dirty="0"/>
          </a:p>
          <a:p>
            <a:endParaRPr lang="fr-FR" sz="1900" dirty="0"/>
          </a:p>
          <a:p>
            <a:endParaRPr lang="fr-FR" sz="1900" dirty="0"/>
          </a:p>
        </p:txBody>
      </p:sp>
      <p:pic>
        <p:nvPicPr>
          <p:cNvPr id="30" name="Image 29">
            <a:extLst>
              <a:ext uri="{FF2B5EF4-FFF2-40B4-BE49-F238E27FC236}">
                <a16:creationId xmlns:a16="http://schemas.microsoft.com/office/drawing/2014/main" id="{A3936EA0-D7BD-72BE-840E-572DF649E274}"/>
              </a:ext>
            </a:extLst>
          </p:cNvPr>
          <p:cNvPicPr>
            <a:picLocks noChangeAspect="1"/>
          </p:cNvPicPr>
          <p:nvPr/>
        </p:nvPicPr>
        <p:blipFill>
          <a:blip r:embed="rId2"/>
          <a:stretch>
            <a:fillRect/>
          </a:stretch>
        </p:blipFill>
        <p:spPr>
          <a:xfrm>
            <a:off x="8138992" y="1012695"/>
            <a:ext cx="3663044" cy="1491587"/>
          </a:xfrm>
          <a:prstGeom prst="rect">
            <a:avLst/>
          </a:prstGeom>
        </p:spPr>
      </p:pic>
      <p:pic>
        <p:nvPicPr>
          <p:cNvPr id="34" name="Image 33">
            <a:extLst>
              <a:ext uri="{FF2B5EF4-FFF2-40B4-BE49-F238E27FC236}">
                <a16:creationId xmlns:a16="http://schemas.microsoft.com/office/drawing/2014/main" id="{4687E97B-C654-AED4-709D-9E6B4C8D8736}"/>
              </a:ext>
            </a:extLst>
          </p:cNvPr>
          <p:cNvPicPr>
            <a:picLocks noChangeAspect="1"/>
          </p:cNvPicPr>
          <p:nvPr/>
        </p:nvPicPr>
        <p:blipFill>
          <a:blip r:embed="rId3"/>
          <a:stretch>
            <a:fillRect/>
          </a:stretch>
        </p:blipFill>
        <p:spPr>
          <a:xfrm>
            <a:off x="8169645" y="3250078"/>
            <a:ext cx="3663044" cy="1606633"/>
          </a:xfrm>
          <a:prstGeom prst="rect">
            <a:avLst/>
          </a:prstGeom>
        </p:spPr>
      </p:pic>
    </p:spTree>
    <p:extLst>
      <p:ext uri="{BB962C8B-B14F-4D97-AF65-F5344CB8AC3E}">
        <p14:creationId xmlns:p14="http://schemas.microsoft.com/office/powerpoint/2010/main" val="800101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 name="Rectangle 78">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A884A7F-6D7E-8338-D7DE-2CC040C0CA85}"/>
              </a:ext>
            </a:extLst>
          </p:cNvPr>
          <p:cNvSpPr>
            <a:spLocks noGrp="1"/>
          </p:cNvSpPr>
          <p:nvPr>
            <p:ph type="title"/>
          </p:nvPr>
        </p:nvSpPr>
        <p:spPr>
          <a:xfrm>
            <a:off x="1136396" y="280817"/>
            <a:ext cx="4959603" cy="1285454"/>
          </a:xfrm>
        </p:spPr>
        <p:txBody>
          <a:bodyPr anchor="b">
            <a:normAutofit/>
          </a:bodyPr>
          <a:lstStyle/>
          <a:p>
            <a:r>
              <a:rPr lang="fr-FR" sz="4000" dirty="0"/>
              <a:t>Analyse de la réponse d’une </a:t>
            </a:r>
            <a:r>
              <a:rPr lang="fr-FR" sz="4000" dirty="0" err="1"/>
              <a:t>Query</a:t>
            </a:r>
            <a:endParaRPr lang="fr-FR" sz="4000" dirty="0"/>
          </a:p>
        </p:txBody>
      </p:sp>
      <p:sp>
        <p:nvSpPr>
          <p:cNvPr id="3" name="Espace réservé du contenu 2">
            <a:extLst>
              <a:ext uri="{FF2B5EF4-FFF2-40B4-BE49-F238E27FC236}">
                <a16:creationId xmlns:a16="http://schemas.microsoft.com/office/drawing/2014/main" id="{B1467DF9-87B3-ACA6-4E7D-03F43D441DA2}"/>
              </a:ext>
            </a:extLst>
          </p:cNvPr>
          <p:cNvSpPr>
            <a:spLocks noGrp="1"/>
          </p:cNvSpPr>
          <p:nvPr>
            <p:ph idx="1"/>
          </p:nvPr>
        </p:nvSpPr>
        <p:spPr>
          <a:xfrm>
            <a:off x="1136397" y="1847088"/>
            <a:ext cx="4959603" cy="4508891"/>
          </a:xfrm>
        </p:spPr>
        <p:txBody>
          <a:bodyPr anchor="t">
            <a:noAutofit/>
          </a:bodyPr>
          <a:lstStyle/>
          <a:p>
            <a:r>
              <a:rPr lang="en-US" sz="1600" b="1" i="1" dirty="0"/>
              <a:t>took</a:t>
            </a:r>
            <a:r>
              <a:rPr lang="en-US" sz="1600" dirty="0"/>
              <a:t> : temps </a:t>
            </a:r>
            <a:r>
              <a:rPr lang="en-US" sz="1600" dirty="0" err="1"/>
              <a:t>d’exécution</a:t>
            </a:r>
            <a:r>
              <a:rPr lang="en-US" sz="1600" dirty="0"/>
              <a:t> </a:t>
            </a:r>
            <a:r>
              <a:rPr lang="en-US" sz="1600" dirty="0" err="1"/>
              <a:t>en</a:t>
            </a:r>
            <a:r>
              <a:rPr lang="en-US" sz="1600" dirty="0"/>
              <a:t> milliseconds.</a:t>
            </a:r>
          </a:p>
          <a:p>
            <a:r>
              <a:rPr lang="en-US" sz="1600" b="1" i="1" dirty="0" err="1"/>
              <a:t>timed_out</a:t>
            </a:r>
            <a:r>
              <a:rPr lang="en-US" sz="1600" b="1" i="1" dirty="0"/>
              <a:t> : </a:t>
            </a:r>
            <a:r>
              <a:rPr lang="en-US" sz="1600" dirty="0" err="1"/>
              <a:t>indique</a:t>
            </a:r>
            <a:r>
              <a:rPr lang="en-US" sz="1600" dirty="0"/>
              <a:t> </a:t>
            </a:r>
            <a:r>
              <a:rPr lang="en-US" sz="1600" dirty="0" err="1"/>
              <a:t>si</a:t>
            </a:r>
            <a:r>
              <a:rPr lang="en-US" sz="1600" dirty="0"/>
              <a:t> la </a:t>
            </a:r>
            <a:r>
              <a:rPr lang="en-US" sz="1600" dirty="0" err="1"/>
              <a:t>requête</a:t>
            </a:r>
            <a:r>
              <a:rPr lang="en-US" sz="1600" dirty="0"/>
              <a:t> </a:t>
            </a:r>
            <a:r>
              <a:rPr lang="en-US" sz="1600" dirty="0" err="1"/>
              <a:t>s’est</a:t>
            </a:r>
            <a:r>
              <a:rPr lang="en-US" sz="1600" dirty="0"/>
              <a:t> </a:t>
            </a:r>
            <a:r>
              <a:rPr lang="en-US" sz="1600" dirty="0" err="1"/>
              <a:t>terminé</a:t>
            </a:r>
            <a:r>
              <a:rPr lang="en-US" sz="1600" dirty="0"/>
              <a:t> timeout </a:t>
            </a:r>
            <a:r>
              <a:rPr lang="en-US" sz="1600" dirty="0" err="1"/>
              <a:t>ou</a:t>
            </a:r>
            <a:r>
              <a:rPr lang="en-US" sz="1600" dirty="0"/>
              <a:t> non.</a:t>
            </a:r>
          </a:p>
          <a:p>
            <a:r>
              <a:rPr lang="en-US" sz="1600" b="1" i="1" dirty="0"/>
              <a:t>_shards : </a:t>
            </a:r>
            <a:r>
              <a:rPr lang="en-US" sz="1600" dirty="0"/>
              <a:t>Nombre de Shards </a:t>
            </a:r>
            <a:r>
              <a:rPr lang="en-US" sz="1600" dirty="0" err="1"/>
              <a:t>impliqué</a:t>
            </a:r>
            <a:r>
              <a:rPr lang="en-US" sz="1600" dirty="0"/>
              <a:t> dans la recherche, </a:t>
            </a:r>
            <a:r>
              <a:rPr lang="en-US" sz="1600" dirty="0" err="1"/>
              <a:t>nombre</a:t>
            </a:r>
            <a:r>
              <a:rPr lang="en-US" sz="1600" dirty="0"/>
              <a:t> de Shard qui </a:t>
            </a:r>
            <a:r>
              <a:rPr lang="en-US" sz="1600" dirty="0" err="1"/>
              <a:t>ont</a:t>
            </a:r>
            <a:r>
              <a:rPr lang="en-US" sz="1600" dirty="0"/>
              <a:t> </a:t>
            </a:r>
            <a:r>
              <a:rPr lang="en-US" sz="1600" dirty="0" err="1"/>
              <a:t>répondu</a:t>
            </a:r>
            <a:r>
              <a:rPr lang="en-US" sz="1600" dirty="0"/>
              <a:t> avec succès et </a:t>
            </a:r>
            <a:r>
              <a:rPr lang="en-US" sz="1600" dirty="0" err="1"/>
              <a:t>échec</a:t>
            </a:r>
            <a:r>
              <a:rPr lang="en-US" sz="1600" dirty="0"/>
              <a:t> </a:t>
            </a:r>
          </a:p>
          <a:p>
            <a:r>
              <a:rPr lang="en-US" sz="1600" b="1" i="1" dirty="0"/>
              <a:t>hits</a:t>
            </a:r>
            <a:r>
              <a:rPr lang="en-US" sz="1600" dirty="0"/>
              <a:t> : </a:t>
            </a:r>
            <a:r>
              <a:rPr lang="en-US" sz="1600" dirty="0" err="1"/>
              <a:t>Contient</a:t>
            </a:r>
            <a:r>
              <a:rPr lang="en-US" sz="1600" dirty="0"/>
              <a:t> la </a:t>
            </a:r>
            <a:r>
              <a:rPr lang="en-US" sz="1600" dirty="0" err="1"/>
              <a:t>liste</a:t>
            </a:r>
            <a:r>
              <a:rPr lang="en-US" sz="1600" dirty="0"/>
              <a:t> des </a:t>
            </a:r>
            <a:r>
              <a:rPr lang="en-US" sz="1600" dirty="0" err="1"/>
              <a:t>résultats</a:t>
            </a:r>
            <a:r>
              <a:rPr lang="en-US" sz="1600" dirty="0"/>
              <a:t> de la recherche</a:t>
            </a:r>
          </a:p>
          <a:p>
            <a:r>
              <a:rPr lang="en-US" sz="1600" b="1" i="1" dirty="0" err="1"/>
              <a:t>hits.total</a:t>
            </a:r>
            <a:r>
              <a:rPr lang="en-US" sz="1600" b="1" i="1" dirty="0"/>
              <a:t> :</a:t>
            </a:r>
            <a:r>
              <a:rPr lang="en-US" sz="1600" dirty="0"/>
              <a:t>  Nombre total de documents </a:t>
            </a:r>
            <a:r>
              <a:rPr lang="en-US" sz="1600" dirty="0" err="1"/>
              <a:t>retournés</a:t>
            </a:r>
            <a:endParaRPr lang="en-US" sz="1600" dirty="0"/>
          </a:p>
          <a:p>
            <a:r>
              <a:rPr lang="en-US" sz="1600" b="1" i="1" dirty="0" err="1"/>
              <a:t>hits.hits</a:t>
            </a:r>
            <a:r>
              <a:rPr lang="en-US" sz="1600" b="1" i="1" dirty="0"/>
              <a:t> :</a:t>
            </a:r>
            <a:r>
              <a:rPr lang="en-US" sz="1600" i="1" dirty="0"/>
              <a:t>  Tableau qui </a:t>
            </a:r>
            <a:r>
              <a:rPr lang="en-US" sz="1600" i="1" dirty="0" err="1"/>
              <a:t>contient</a:t>
            </a:r>
            <a:r>
              <a:rPr lang="en-US" sz="1600" i="1" dirty="0"/>
              <a:t> les </a:t>
            </a:r>
            <a:r>
              <a:rPr lang="en-US" sz="1600" i="1" dirty="0" err="1"/>
              <a:t>résultats</a:t>
            </a:r>
            <a:r>
              <a:rPr lang="en-US" sz="1600" i="1" dirty="0"/>
              <a:t> de la recherche. </a:t>
            </a:r>
            <a:r>
              <a:rPr lang="en-US" sz="1600" i="1" dirty="0" err="1"/>
              <a:t>Contient</a:t>
            </a:r>
            <a:r>
              <a:rPr lang="en-US" sz="1600" dirty="0"/>
              <a:t> 10 documents par </a:t>
            </a:r>
            <a:r>
              <a:rPr lang="en-US" sz="1600" dirty="0" err="1"/>
              <a:t>défaut</a:t>
            </a:r>
            <a:r>
              <a:rPr lang="en-US" sz="1600" dirty="0"/>
              <a:t> </a:t>
            </a:r>
            <a:r>
              <a:rPr lang="en-US" sz="1600" dirty="0" err="1"/>
              <a:t>si</a:t>
            </a:r>
            <a:r>
              <a:rPr lang="en-US" sz="1600" dirty="0"/>
              <a:t> </a:t>
            </a:r>
            <a:r>
              <a:rPr lang="en-US" sz="1600" dirty="0" err="1"/>
              <a:t>l’attribut</a:t>
            </a:r>
            <a:r>
              <a:rPr lang="en-US" sz="1600" dirty="0"/>
              <a:t> size </a:t>
            </a:r>
            <a:r>
              <a:rPr lang="en-US" sz="1600" dirty="0" err="1"/>
              <a:t>n’est</a:t>
            </a:r>
            <a:r>
              <a:rPr lang="en-US" sz="1600" dirty="0"/>
              <a:t> pas </a:t>
            </a:r>
            <a:r>
              <a:rPr lang="en-US" sz="1600" dirty="0" err="1"/>
              <a:t>spécifié</a:t>
            </a:r>
            <a:r>
              <a:rPr lang="en-US" sz="1600" dirty="0"/>
              <a:t> dans la </a:t>
            </a:r>
            <a:r>
              <a:rPr lang="en-US" sz="1600" dirty="0" err="1"/>
              <a:t>requête</a:t>
            </a:r>
            <a:r>
              <a:rPr lang="en-US" sz="1600" dirty="0"/>
              <a:t>.</a:t>
            </a:r>
          </a:p>
          <a:p>
            <a:r>
              <a:rPr lang="en-US" sz="1600" b="1" i="1" dirty="0" err="1"/>
              <a:t>hits.max_score</a:t>
            </a:r>
            <a:r>
              <a:rPr lang="en-US" sz="1600" b="1" i="1" dirty="0"/>
              <a:t> :</a:t>
            </a:r>
            <a:r>
              <a:rPr lang="en-US" sz="1600" i="1" dirty="0"/>
              <a:t>  </a:t>
            </a:r>
            <a:r>
              <a:rPr lang="en-US" sz="1600" dirty="0"/>
              <a:t>Le score max </a:t>
            </a:r>
            <a:r>
              <a:rPr lang="en-US" sz="1600" dirty="0" err="1"/>
              <a:t>enregistré</a:t>
            </a:r>
            <a:r>
              <a:rPr lang="en-US" sz="1600" dirty="0"/>
              <a:t> sur un des documents </a:t>
            </a:r>
            <a:r>
              <a:rPr lang="en-US" sz="1600" dirty="0" err="1"/>
              <a:t>retounés</a:t>
            </a:r>
            <a:endParaRPr lang="en-US" sz="1600" dirty="0"/>
          </a:p>
          <a:p>
            <a:r>
              <a:rPr lang="en-US" sz="1600" b="1" i="1" dirty="0" err="1"/>
              <a:t>hits.hits._score</a:t>
            </a:r>
            <a:r>
              <a:rPr lang="en-US" sz="1600" b="1" i="1" dirty="0"/>
              <a:t>: </a:t>
            </a:r>
            <a:r>
              <a:rPr lang="en-US" sz="1600" dirty="0"/>
              <a:t> Le score du document</a:t>
            </a:r>
          </a:p>
          <a:p>
            <a:r>
              <a:rPr lang="en-US" sz="1600" dirty="0"/>
              <a:t>_</a:t>
            </a:r>
            <a:r>
              <a:rPr lang="en-US" sz="1600" b="1" dirty="0"/>
              <a:t>source</a:t>
            </a:r>
            <a:r>
              <a:rPr lang="en-US" sz="1600" dirty="0"/>
              <a:t> : Le </a:t>
            </a:r>
            <a:r>
              <a:rPr lang="en-US" sz="1600" dirty="0" err="1"/>
              <a:t>contenu</a:t>
            </a:r>
            <a:r>
              <a:rPr lang="en-US" sz="1600" dirty="0"/>
              <a:t> du document </a:t>
            </a:r>
            <a:r>
              <a:rPr lang="en-US" sz="1600" dirty="0" err="1"/>
              <a:t>retourné</a:t>
            </a:r>
            <a:endParaRPr lang="en-US" sz="1600" dirty="0"/>
          </a:p>
        </p:txBody>
      </p:sp>
      <p:pic>
        <p:nvPicPr>
          <p:cNvPr id="5" name="Image 4">
            <a:extLst>
              <a:ext uri="{FF2B5EF4-FFF2-40B4-BE49-F238E27FC236}">
                <a16:creationId xmlns:a16="http://schemas.microsoft.com/office/drawing/2014/main" id="{946AAB8A-CB92-8F71-8A9C-4951E5C45ADA}"/>
              </a:ext>
            </a:extLst>
          </p:cNvPr>
          <p:cNvPicPr>
            <a:picLocks noChangeAspect="1"/>
          </p:cNvPicPr>
          <p:nvPr/>
        </p:nvPicPr>
        <p:blipFill>
          <a:blip r:embed="rId2"/>
          <a:stretch>
            <a:fillRect/>
          </a:stretch>
        </p:blipFill>
        <p:spPr>
          <a:xfrm>
            <a:off x="6694245" y="489118"/>
            <a:ext cx="4837416" cy="5466007"/>
          </a:xfrm>
          <a:prstGeom prst="rect">
            <a:avLst/>
          </a:prstGeom>
        </p:spPr>
      </p:pic>
      <p:sp>
        <p:nvSpPr>
          <p:cNvPr id="81" name="Rectangle 80">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1808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21730D1D-4D2C-D09E-EAF3-307BE73D8E62}"/>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Query -Match</a:t>
            </a:r>
          </a:p>
        </p:txBody>
      </p:sp>
      <p:sp>
        <p:nvSpPr>
          <p:cNvPr id="6" name="ZoneTexte 5">
            <a:extLst>
              <a:ext uri="{FF2B5EF4-FFF2-40B4-BE49-F238E27FC236}">
                <a16:creationId xmlns:a16="http://schemas.microsoft.com/office/drawing/2014/main" id="{3DC5FA97-95A0-D507-3D21-3E71F4D95A08}"/>
              </a:ext>
            </a:extLst>
          </p:cNvPr>
          <p:cNvSpPr txBox="1"/>
          <p:nvPr/>
        </p:nvSpPr>
        <p:spPr>
          <a:xfrm>
            <a:off x="4581898" y="839506"/>
            <a:ext cx="6932527" cy="923330"/>
          </a:xfrm>
          <a:prstGeom prst="rect">
            <a:avLst/>
          </a:prstGeom>
          <a:noFill/>
        </p:spPr>
        <p:txBody>
          <a:bodyPr wrap="square" rtlCol="0">
            <a:spAutoFit/>
          </a:bodyPr>
          <a:lstStyle/>
          <a:p>
            <a:pPr marL="285750" indent="-285750">
              <a:buFont typeface="Arial" panose="020B0604020202020204" pitchFamily="34" charset="0"/>
              <a:buChar char="•"/>
            </a:pPr>
            <a:r>
              <a:rPr lang="fr-FR" dirty="0"/>
              <a:t>Cette </a:t>
            </a:r>
            <a:r>
              <a:rPr lang="fr-FR" dirty="0" err="1"/>
              <a:t>query</a:t>
            </a:r>
            <a:r>
              <a:rPr lang="fr-FR" dirty="0"/>
              <a:t> est utilisé pour rechercher tous les documents ou la propriété « </a:t>
            </a:r>
            <a:r>
              <a:rPr lang="fr-FR" b="1" dirty="0"/>
              <a:t>background</a:t>
            </a:r>
            <a:r>
              <a:rPr lang="fr-FR" dirty="0"/>
              <a:t> » match avec les </a:t>
            </a:r>
            <a:r>
              <a:rPr lang="fr-FR" dirty="0" err="1"/>
              <a:t>tokens</a:t>
            </a:r>
            <a:r>
              <a:rPr lang="fr-FR" dirty="0"/>
              <a:t> </a:t>
            </a:r>
            <a:r>
              <a:rPr lang="en-US" i="1" dirty="0"/>
              <a:t>[“brought”, “up”, “</a:t>
            </a:r>
            <a:r>
              <a:rPr lang="en-US" i="1" dirty="0" err="1"/>
              <a:t>california</a:t>
            </a:r>
            <a:r>
              <a:rPr lang="en-US" i="1" dirty="0"/>
              <a:t>”, “loves”, “cook”]</a:t>
            </a:r>
            <a:endParaRPr lang="fr-FR" dirty="0"/>
          </a:p>
        </p:txBody>
      </p:sp>
      <p:pic>
        <p:nvPicPr>
          <p:cNvPr id="15" name="Image 14">
            <a:extLst>
              <a:ext uri="{FF2B5EF4-FFF2-40B4-BE49-F238E27FC236}">
                <a16:creationId xmlns:a16="http://schemas.microsoft.com/office/drawing/2014/main" id="{CDE92405-8ED0-8DD9-243C-A3FB42C56E91}"/>
              </a:ext>
            </a:extLst>
          </p:cNvPr>
          <p:cNvPicPr>
            <a:picLocks noChangeAspect="1"/>
          </p:cNvPicPr>
          <p:nvPr/>
        </p:nvPicPr>
        <p:blipFill>
          <a:blip r:embed="rId2"/>
          <a:stretch>
            <a:fillRect/>
          </a:stretch>
        </p:blipFill>
        <p:spPr>
          <a:xfrm>
            <a:off x="4776853" y="2596491"/>
            <a:ext cx="6274122" cy="1682836"/>
          </a:xfrm>
          <a:prstGeom prst="rect">
            <a:avLst/>
          </a:prstGeom>
        </p:spPr>
      </p:pic>
    </p:spTree>
    <p:extLst>
      <p:ext uri="{BB962C8B-B14F-4D97-AF65-F5344CB8AC3E}">
        <p14:creationId xmlns:p14="http://schemas.microsoft.com/office/powerpoint/2010/main" val="821795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3ED6E1-D8B3-9109-9F21-725A01F1EBE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EA4D18-0058-D581-5804-F7C0C6835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EE889BA-F479-C420-44DC-1EFD679F75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2B20892-345A-C339-10EE-99785DD33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F86B6C7-4C71-2F0F-3EB0-1E229A48D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4448158-62A3-2702-77DC-06117D27E1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2F3F39DA-CDE9-146D-72C5-50F556E5458F}"/>
              </a:ext>
            </a:extLst>
          </p:cNvPr>
          <p:cNvSpPr>
            <a:spLocks noGrp="1"/>
          </p:cNvSpPr>
          <p:nvPr>
            <p:ph type="title"/>
          </p:nvPr>
        </p:nvSpPr>
        <p:spPr>
          <a:xfrm>
            <a:off x="660040" y="2767106"/>
            <a:ext cx="2975787" cy="3071906"/>
          </a:xfrm>
        </p:spPr>
        <p:txBody>
          <a:bodyPr vert="horz" lIns="91440" tIns="45720" rIns="91440" bIns="45720" rtlCol="0" anchor="t">
            <a:normAutofit/>
          </a:bodyPr>
          <a:lstStyle/>
          <a:p>
            <a:r>
              <a:rPr lang="en-US" sz="3600" kern="1200" dirty="0">
                <a:solidFill>
                  <a:srgbClr val="FFFFFF"/>
                </a:solidFill>
                <a:latin typeface="+mj-lt"/>
                <a:ea typeface="+mj-ea"/>
                <a:cs typeface="+mj-cs"/>
              </a:rPr>
              <a:t>Query –</a:t>
            </a:r>
            <a:br>
              <a:rPr lang="en-US" sz="3600" kern="1200" dirty="0">
                <a:solidFill>
                  <a:srgbClr val="FFFFFF"/>
                </a:solidFill>
                <a:latin typeface="+mj-lt"/>
                <a:ea typeface="+mj-ea"/>
                <a:cs typeface="+mj-cs"/>
              </a:rPr>
            </a:br>
            <a:r>
              <a:rPr lang="en-US" sz="3600" kern="1200" dirty="0">
                <a:solidFill>
                  <a:srgbClr val="FFFFFF"/>
                </a:solidFill>
                <a:latin typeface="+mj-lt"/>
                <a:ea typeface="+mj-ea"/>
                <a:cs typeface="+mj-cs"/>
              </a:rPr>
              <a:t>Match_ Phrase</a:t>
            </a:r>
          </a:p>
        </p:txBody>
      </p:sp>
      <p:sp>
        <p:nvSpPr>
          <p:cNvPr id="6" name="ZoneTexte 5">
            <a:extLst>
              <a:ext uri="{FF2B5EF4-FFF2-40B4-BE49-F238E27FC236}">
                <a16:creationId xmlns:a16="http://schemas.microsoft.com/office/drawing/2014/main" id="{DC60710A-7F52-DA5B-350F-71EAEE2ADCCB}"/>
              </a:ext>
            </a:extLst>
          </p:cNvPr>
          <p:cNvSpPr txBox="1"/>
          <p:nvPr/>
        </p:nvSpPr>
        <p:spPr>
          <a:xfrm>
            <a:off x="4581898" y="839506"/>
            <a:ext cx="6932527" cy="646331"/>
          </a:xfrm>
          <a:prstGeom prst="rect">
            <a:avLst/>
          </a:prstGeom>
          <a:noFill/>
        </p:spPr>
        <p:txBody>
          <a:bodyPr wrap="square" rtlCol="0">
            <a:spAutoFit/>
          </a:bodyPr>
          <a:lstStyle/>
          <a:p>
            <a:pPr marL="285750" indent="-285750">
              <a:buFont typeface="Arial" panose="020B0604020202020204" pitchFamily="34" charset="0"/>
              <a:buChar char="•"/>
            </a:pPr>
            <a:r>
              <a:rPr lang="fr-FR" dirty="0"/>
              <a:t>Cette </a:t>
            </a:r>
            <a:r>
              <a:rPr lang="fr-FR" dirty="0" err="1"/>
              <a:t>query</a:t>
            </a:r>
            <a:r>
              <a:rPr lang="fr-FR" dirty="0"/>
              <a:t> est utilisée pour rechercher tous les documents ou la l’attribut « </a:t>
            </a:r>
            <a:r>
              <a:rPr lang="fr-FR" b="1" dirty="0" err="1"/>
              <a:t>name</a:t>
            </a:r>
            <a:r>
              <a:rPr lang="fr-FR" dirty="0"/>
              <a:t> » contient la phrase «John Doe» en entier</a:t>
            </a:r>
          </a:p>
        </p:txBody>
      </p:sp>
      <p:pic>
        <p:nvPicPr>
          <p:cNvPr id="4" name="Image 3">
            <a:extLst>
              <a:ext uri="{FF2B5EF4-FFF2-40B4-BE49-F238E27FC236}">
                <a16:creationId xmlns:a16="http://schemas.microsoft.com/office/drawing/2014/main" id="{ECC77D39-F03C-8165-C73A-F2E047944F6E}"/>
              </a:ext>
            </a:extLst>
          </p:cNvPr>
          <p:cNvPicPr>
            <a:picLocks noChangeAspect="1"/>
          </p:cNvPicPr>
          <p:nvPr/>
        </p:nvPicPr>
        <p:blipFill>
          <a:blip r:embed="rId2"/>
          <a:stretch>
            <a:fillRect/>
          </a:stretch>
        </p:blipFill>
        <p:spPr>
          <a:xfrm>
            <a:off x="5066931" y="2170354"/>
            <a:ext cx="5661257" cy="1838278"/>
          </a:xfrm>
          <a:prstGeom prst="rect">
            <a:avLst/>
          </a:prstGeom>
        </p:spPr>
      </p:pic>
    </p:spTree>
    <p:extLst>
      <p:ext uri="{BB962C8B-B14F-4D97-AF65-F5344CB8AC3E}">
        <p14:creationId xmlns:p14="http://schemas.microsoft.com/office/powerpoint/2010/main" val="1484126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987A72-2E32-022A-7946-0C3F569866F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55D4D0B-9D81-8F38-E79D-D411B93969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F164BF-E5E1-3CDF-7381-A92CB109E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9908366-3E39-633A-0C96-FCD2FAF751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9BA51C-C493-545E-87CC-6FC47E26F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498B70A-578F-AF04-731E-35D873581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DD5A4D33-E912-2681-AF0E-592A9BECF58D}"/>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Query –</a:t>
            </a:r>
            <a:r>
              <a:rPr lang="en-US" sz="4000">
                <a:solidFill>
                  <a:srgbClr val="FFFFFF"/>
                </a:solidFill>
              </a:rPr>
              <a:t>Query_String</a:t>
            </a:r>
            <a:endParaRPr lang="en-US" sz="4000" kern="1200" dirty="0">
              <a:solidFill>
                <a:srgbClr val="FFFFFF"/>
              </a:solidFill>
              <a:latin typeface="+mj-lt"/>
              <a:ea typeface="+mj-ea"/>
              <a:cs typeface="+mj-cs"/>
            </a:endParaRPr>
          </a:p>
        </p:txBody>
      </p:sp>
      <p:sp>
        <p:nvSpPr>
          <p:cNvPr id="6" name="ZoneTexte 5">
            <a:extLst>
              <a:ext uri="{FF2B5EF4-FFF2-40B4-BE49-F238E27FC236}">
                <a16:creationId xmlns:a16="http://schemas.microsoft.com/office/drawing/2014/main" id="{43994A4D-850D-57E9-55F9-4C63A25D823D}"/>
              </a:ext>
            </a:extLst>
          </p:cNvPr>
          <p:cNvSpPr txBox="1"/>
          <p:nvPr/>
        </p:nvSpPr>
        <p:spPr>
          <a:xfrm>
            <a:off x="4386950" y="535730"/>
            <a:ext cx="6932527" cy="1200329"/>
          </a:xfrm>
          <a:prstGeom prst="rect">
            <a:avLst/>
          </a:prstGeom>
          <a:noFill/>
        </p:spPr>
        <p:txBody>
          <a:bodyPr wrap="square" rtlCol="0">
            <a:spAutoFit/>
          </a:bodyPr>
          <a:lstStyle/>
          <a:p>
            <a:pPr marL="285750" indent="-285750">
              <a:buFont typeface="Arial" panose="020B0604020202020204" pitchFamily="34" charset="0"/>
              <a:buChar char="•"/>
            </a:pPr>
            <a:r>
              <a:rPr lang="fr-FR" dirty="0"/>
              <a:t>Cette </a:t>
            </a:r>
            <a:r>
              <a:rPr lang="fr-FR" dirty="0" err="1"/>
              <a:t>query</a:t>
            </a:r>
            <a:r>
              <a:rPr lang="fr-FR" dirty="0"/>
              <a:t> est utilisée pour rechercher tous les documents qui font référence au mot clé «</a:t>
            </a:r>
            <a:r>
              <a:rPr lang="fr-FR" dirty="0" err="1"/>
              <a:t>Nosql</a:t>
            </a:r>
            <a:r>
              <a:rPr lang="fr-FR" dirty="0"/>
              <a:t>» quelque soit l’attribut dans lequel il se trouve. On peut également </a:t>
            </a:r>
            <a:r>
              <a:rPr lang="fr-FR" dirty="0" err="1"/>
              <a:t>également</a:t>
            </a:r>
            <a:r>
              <a:rPr lang="fr-FR" dirty="0"/>
              <a:t> préciser l’attribut comme dans le deuxième exemple.</a:t>
            </a:r>
          </a:p>
        </p:txBody>
      </p:sp>
      <p:pic>
        <p:nvPicPr>
          <p:cNvPr id="11" name="Image 10">
            <a:extLst>
              <a:ext uri="{FF2B5EF4-FFF2-40B4-BE49-F238E27FC236}">
                <a16:creationId xmlns:a16="http://schemas.microsoft.com/office/drawing/2014/main" id="{1D267C78-B916-73DC-3EA1-634EFA881D84}"/>
              </a:ext>
            </a:extLst>
          </p:cNvPr>
          <p:cNvPicPr>
            <a:picLocks noChangeAspect="1"/>
          </p:cNvPicPr>
          <p:nvPr/>
        </p:nvPicPr>
        <p:blipFill>
          <a:blip r:embed="rId2"/>
          <a:stretch>
            <a:fillRect/>
          </a:stretch>
        </p:blipFill>
        <p:spPr>
          <a:xfrm>
            <a:off x="4742696" y="2351084"/>
            <a:ext cx="5622253" cy="1945945"/>
          </a:xfrm>
          <a:prstGeom prst="rect">
            <a:avLst/>
          </a:prstGeom>
        </p:spPr>
      </p:pic>
      <p:pic>
        <p:nvPicPr>
          <p:cNvPr id="15" name="Image 14">
            <a:extLst>
              <a:ext uri="{FF2B5EF4-FFF2-40B4-BE49-F238E27FC236}">
                <a16:creationId xmlns:a16="http://schemas.microsoft.com/office/drawing/2014/main" id="{0CDE97A5-F06C-C6E3-44BE-8073C79FC22C}"/>
              </a:ext>
            </a:extLst>
          </p:cNvPr>
          <p:cNvPicPr>
            <a:picLocks noChangeAspect="1"/>
          </p:cNvPicPr>
          <p:nvPr/>
        </p:nvPicPr>
        <p:blipFill>
          <a:blip r:embed="rId3"/>
          <a:stretch>
            <a:fillRect/>
          </a:stretch>
        </p:blipFill>
        <p:spPr>
          <a:xfrm>
            <a:off x="4742695" y="4697994"/>
            <a:ext cx="5622254" cy="1759040"/>
          </a:xfrm>
          <a:prstGeom prst="rect">
            <a:avLst/>
          </a:prstGeom>
        </p:spPr>
      </p:pic>
    </p:spTree>
    <p:extLst>
      <p:ext uri="{BB962C8B-B14F-4D97-AF65-F5344CB8AC3E}">
        <p14:creationId xmlns:p14="http://schemas.microsoft.com/office/powerpoint/2010/main" val="176845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0A62C9-9008-8BCB-9E06-8DAD1AF7472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F4B555-548D-E19D-F9AA-971900469C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9ACD16-9DCE-F0CF-7D32-3596167C0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8288EC5-7195-C9D7-DB39-C34AAB73E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E0EAB3F-B0F1-E3C3-A35A-ED64A0D58F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FC99901-4340-2CEA-A415-D79D4939A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D251D241-5221-30EF-EF05-D89D59ED7A61}"/>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Query –</a:t>
            </a:r>
            <a:br>
              <a:rPr lang="en-US" sz="4000" kern="1200">
                <a:solidFill>
                  <a:srgbClr val="FFFFFF"/>
                </a:solidFill>
                <a:latin typeface="+mj-lt"/>
                <a:ea typeface="+mj-ea"/>
                <a:cs typeface="+mj-cs"/>
              </a:rPr>
            </a:br>
            <a:r>
              <a:rPr lang="en-US" sz="4000" kern="1200">
                <a:solidFill>
                  <a:srgbClr val="FFFFFF"/>
                </a:solidFill>
                <a:latin typeface="+mj-lt"/>
                <a:ea typeface="+mj-ea"/>
                <a:cs typeface="+mj-cs"/>
              </a:rPr>
              <a:t>Term</a:t>
            </a:r>
            <a:endParaRPr lang="en-US" sz="4000" kern="1200" dirty="0">
              <a:solidFill>
                <a:srgbClr val="FFFFFF"/>
              </a:solidFill>
              <a:latin typeface="+mj-lt"/>
              <a:ea typeface="+mj-ea"/>
              <a:cs typeface="+mj-cs"/>
            </a:endParaRPr>
          </a:p>
        </p:txBody>
      </p:sp>
      <p:sp>
        <p:nvSpPr>
          <p:cNvPr id="6" name="ZoneTexte 5">
            <a:extLst>
              <a:ext uri="{FF2B5EF4-FFF2-40B4-BE49-F238E27FC236}">
                <a16:creationId xmlns:a16="http://schemas.microsoft.com/office/drawing/2014/main" id="{99F41109-DA9B-B575-48D6-A39F44D69000}"/>
              </a:ext>
            </a:extLst>
          </p:cNvPr>
          <p:cNvSpPr txBox="1"/>
          <p:nvPr/>
        </p:nvSpPr>
        <p:spPr>
          <a:xfrm>
            <a:off x="4287380" y="699493"/>
            <a:ext cx="7297043" cy="2031325"/>
          </a:xfrm>
          <a:prstGeom prst="rect">
            <a:avLst/>
          </a:prstGeom>
          <a:noFill/>
        </p:spPr>
        <p:txBody>
          <a:bodyPr wrap="square" rtlCol="0">
            <a:spAutoFit/>
          </a:bodyPr>
          <a:lstStyle/>
          <a:p>
            <a:pPr marL="285750" indent="-285750">
              <a:buFont typeface="Arial" panose="020B0604020202020204" pitchFamily="34" charset="0"/>
              <a:buChar char="•"/>
            </a:pPr>
            <a:r>
              <a:rPr lang="fr-FR" dirty="0"/>
              <a:t>Cette </a:t>
            </a:r>
            <a:r>
              <a:rPr lang="fr-FR" dirty="0" err="1"/>
              <a:t>query</a:t>
            </a:r>
            <a:r>
              <a:rPr lang="fr-FR" dirty="0"/>
              <a:t> est utilisée pour rechercher les documents dont l’attribut match </a:t>
            </a:r>
            <a:r>
              <a:rPr lang="fr-FR" b="1" dirty="0"/>
              <a:t>exactement</a:t>
            </a:r>
            <a:r>
              <a:rPr lang="fr-FR" dirty="0"/>
              <a:t> avec un mot clé recherché et pas des phrases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Il </a:t>
            </a:r>
            <a:r>
              <a:rPr lang="en-US" dirty="0" err="1"/>
              <a:t>est</a:t>
            </a:r>
            <a:r>
              <a:rPr lang="en-US" dirty="0"/>
              <a:t> important de noter </a:t>
            </a:r>
            <a:r>
              <a:rPr lang="en-US" dirty="0" err="1"/>
              <a:t>que</a:t>
            </a:r>
            <a:r>
              <a:rPr lang="en-US" dirty="0"/>
              <a:t> la query term </a:t>
            </a:r>
            <a:r>
              <a:rPr lang="en-US" dirty="0" err="1"/>
              <a:t>n’analyse</a:t>
            </a:r>
            <a:r>
              <a:rPr lang="en-US" dirty="0"/>
              <a:t> pas la </a:t>
            </a:r>
            <a:r>
              <a:rPr lang="en-US" dirty="0" err="1"/>
              <a:t>valeur</a:t>
            </a:r>
            <a:r>
              <a:rPr lang="en-US" dirty="0"/>
              <a:t> </a:t>
            </a:r>
            <a:r>
              <a:rPr lang="en-US" dirty="0" err="1"/>
              <a:t>recherchée</a:t>
            </a:r>
            <a:r>
              <a:rPr lang="en-US" dirty="0"/>
              <a:t>, </a:t>
            </a:r>
            <a:r>
              <a:rPr lang="en-US" dirty="0" err="1"/>
              <a:t>donc</a:t>
            </a:r>
            <a:r>
              <a:rPr lang="en-US" dirty="0"/>
              <a:t> </a:t>
            </a:r>
            <a:r>
              <a:rPr lang="en-US" dirty="0" err="1"/>
              <a:t>elle</a:t>
            </a:r>
            <a:r>
              <a:rPr lang="en-US" dirty="0"/>
              <a:t> </a:t>
            </a:r>
            <a:r>
              <a:rPr lang="en-US" dirty="0" err="1"/>
              <a:t>n’est</a:t>
            </a:r>
            <a:r>
              <a:rPr lang="en-US" dirty="0"/>
              <a:t> pas </a:t>
            </a:r>
            <a:r>
              <a:rPr lang="en-US" dirty="0" err="1"/>
              <a:t>utilisée</a:t>
            </a:r>
            <a:r>
              <a:rPr lang="en-US" dirty="0"/>
              <a:t> pour </a:t>
            </a:r>
            <a:r>
              <a:rPr lang="en-US" dirty="0" err="1"/>
              <a:t>rechercher</a:t>
            </a:r>
            <a:r>
              <a:rPr lang="en-US" dirty="0"/>
              <a:t> des phrases, </a:t>
            </a:r>
            <a:r>
              <a:rPr lang="en-US" dirty="0" err="1"/>
              <a:t>utilisez</a:t>
            </a:r>
            <a:r>
              <a:rPr lang="en-US" dirty="0"/>
              <a:t> </a:t>
            </a:r>
            <a:r>
              <a:rPr lang="en-US" dirty="0" err="1"/>
              <a:t>plutôt</a:t>
            </a:r>
            <a:r>
              <a:rPr lang="en-US" dirty="0"/>
              <a:t> la query match dans </a:t>
            </a:r>
            <a:r>
              <a:rPr lang="en-US" dirty="0" err="1"/>
              <a:t>ce</a:t>
            </a:r>
            <a:r>
              <a:rPr lang="en-US" dirty="0"/>
              <a:t> </a:t>
            </a:r>
            <a:r>
              <a:rPr lang="en-US" dirty="0" err="1"/>
              <a:t>cas</a:t>
            </a:r>
            <a:r>
              <a:rPr lang="en-US" dirty="0"/>
              <a:t>. </a:t>
            </a:r>
            <a:endParaRPr lang="fr-FR" dirty="0"/>
          </a:p>
          <a:p>
            <a:pPr marL="285750" indent="-285750">
              <a:buFont typeface="Arial" panose="020B0604020202020204" pitchFamily="34" charset="0"/>
              <a:buChar char="•"/>
            </a:pPr>
            <a:endParaRPr lang="fr-FR" dirty="0"/>
          </a:p>
        </p:txBody>
      </p:sp>
      <p:pic>
        <p:nvPicPr>
          <p:cNvPr id="4" name="Image 3">
            <a:extLst>
              <a:ext uri="{FF2B5EF4-FFF2-40B4-BE49-F238E27FC236}">
                <a16:creationId xmlns:a16="http://schemas.microsoft.com/office/drawing/2014/main" id="{E512F96D-B8CC-00F2-BE47-83972D1F7EBA}"/>
              </a:ext>
            </a:extLst>
          </p:cNvPr>
          <p:cNvPicPr>
            <a:picLocks noChangeAspect="1"/>
          </p:cNvPicPr>
          <p:nvPr/>
        </p:nvPicPr>
        <p:blipFill>
          <a:blip r:embed="rId2"/>
          <a:stretch>
            <a:fillRect/>
          </a:stretch>
        </p:blipFill>
        <p:spPr>
          <a:xfrm>
            <a:off x="4870988" y="3098543"/>
            <a:ext cx="4838949" cy="1581231"/>
          </a:xfrm>
          <a:prstGeom prst="rect">
            <a:avLst/>
          </a:prstGeom>
        </p:spPr>
      </p:pic>
    </p:spTree>
    <p:extLst>
      <p:ext uri="{BB962C8B-B14F-4D97-AF65-F5344CB8AC3E}">
        <p14:creationId xmlns:p14="http://schemas.microsoft.com/office/powerpoint/2010/main" val="2734957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5C23F9-A15F-0BFF-8983-66E72F2D45E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D138277-991E-1B12-E282-CD8E365260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D5580F3-D656-C3B5-FC14-4BDFDB362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911EBD5-2B5B-4F48-CA28-DBB049FE64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8775578-347F-7D56-53F2-6963C1466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4B41765-4B57-365F-3FD8-DCF395FECD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0A119635-62D4-74E2-A212-314F90CC2C99}"/>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Query –</a:t>
            </a:r>
            <a:br>
              <a:rPr lang="en-US" sz="4000" kern="1200" dirty="0">
                <a:solidFill>
                  <a:srgbClr val="FFFFFF"/>
                </a:solidFill>
                <a:latin typeface="+mj-lt"/>
                <a:ea typeface="+mj-ea"/>
                <a:cs typeface="+mj-cs"/>
              </a:rPr>
            </a:br>
            <a:r>
              <a:rPr lang="en-US" sz="4000" kern="1200" dirty="0">
                <a:solidFill>
                  <a:srgbClr val="FFFFFF"/>
                </a:solidFill>
                <a:latin typeface="+mj-lt"/>
                <a:ea typeface="+mj-ea"/>
                <a:cs typeface="+mj-cs"/>
              </a:rPr>
              <a:t>Terms</a:t>
            </a:r>
          </a:p>
        </p:txBody>
      </p:sp>
      <p:sp>
        <p:nvSpPr>
          <p:cNvPr id="6" name="ZoneTexte 5">
            <a:extLst>
              <a:ext uri="{FF2B5EF4-FFF2-40B4-BE49-F238E27FC236}">
                <a16:creationId xmlns:a16="http://schemas.microsoft.com/office/drawing/2014/main" id="{DEC37DF2-DA04-2A14-5FE8-3F20DE2E845B}"/>
              </a:ext>
            </a:extLst>
          </p:cNvPr>
          <p:cNvSpPr txBox="1"/>
          <p:nvPr/>
        </p:nvSpPr>
        <p:spPr>
          <a:xfrm>
            <a:off x="4701656" y="754757"/>
            <a:ext cx="6932527" cy="1323439"/>
          </a:xfrm>
          <a:prstGeom prst="rect">
            <a:avLst/>
          </a:prstGeom>
          <a:noFill/>
        </p:spPr>
        <p:txBody>
          <a:bodyPr wrap="square" rtlCol="0">
            <a:spAutoFit/>
          </a:bodyPr>
          <a:lstStyle/>
          <a:p>
            <a:pPr marL="285750" indent="-285750">
              <a:buFont typeface="Arial" panose="020B0604020202020204" pitchFamily="34" charset="0"/>
              <a:buChar char="•"/>
            </a:pPr>
            <a:r>
              <a:rPr lang="fr-FR" sz="1600" dirty="0"/>
              <a:t>Cette </a:t>
            </a:r>
            <a:r>
              <a:rPr lang="fr-FR" sz="1600" dirty="0" err="1"/>
              <a:t>query</a:t>
            </a:r>
            <a:r>
              <a:rPr lang="fr-FR" sz="1600" dirty="0"/>
              <a:t> est utilisée pour rechercher les documents dont l’attribut match </a:t>
            </a:r>
            <a:r>
              <a:rPr lang="fr-FR" sz="1600" b="1" dirty="0"/>
              <a:t>exactement</a:t>
            </a:r>
            <a:r>
              <a:rPr lang="fr-FR" sz="1600" dirty="0"/>
              <a:t> avec un mot dans la liste des termes recherchés</a:t>
            </a:r>
          </a:p>
          <a:p>
            <a:pPr marL="285750" indent="-285750">
              <a:buFont typeface="Arial" panose="020B0604020202020204" pitchFamily="34" charset="0"/>
              <a:buChar char="•"/>
            </a:pPr>
            <a:endParaRPr lang="fr-FR" sz="1600" dirty="0"/>
          </a:p>
          <a:p>
            <a:pPr marL="285750" indent="-285750">
              <a:buFont typeface="Arial" panose="020B0604020202020204" pitchFamily="34" charset="0"/>
              <a:buChar char="•"/>
            </a:pPr>
            <a:endParaRPr lang="fr-FR" sz="1600" dirty="0"/>
          </a:p>
          <a:p>
            <a:pPr marL="285750" indent="-285750">
              <a:buFont typeface="Arial" panose="020B0604020202020204" pitchFamily="34" charset="0"/>
              <a:buChar char="•"/>
            </a:pPr>
            <a:r>
              <a:rPr lang="fr-FR" sz="1600" dirty="0"/>
              <a:t>Equivalent du IN en SQL</a:t>
            </a:r>
          </a:p>
        </p:txBody>
      </p:sp>
      <p:pic>
        <p:nvPicPr>
          <p:cNvPr id="4" name="Image 3">
            <a:extLst>
              <a:ext uri="{FF2B5EF4-FFF2-40B4-BE49-F238E27FC236}">
                <a16:creationId xmlns:a16="http://schemas.microsoft.com/office/drawing/2014/main" id="{BD1BC171-302D-F02C-1988-7DD1139538D4}"/>
              </a:ext>
            </a:extLst>
          </p:cNvPr>
          <p:cNvPicPr>
            <a:picLocks noChangeAspect="1"/>
          </p:cNvPicPr>
          <p:nvPr/>
        </p:nvPicPr>
        <p:blipFill>
          <a:blip r:embed="rId2"/>
          <a:stretch>
            <a:fillRect/>
          </a:stretch>
        </p:blipFill>
        <p:spPr>
          <a:xfrm>
            <a:off x="4974086" y="2629475"/>
            <a:ext cx="5112013" cy="2330570"/>
          </a:xfrm>
          <a:prstGeom prst="rect">
            <a:avLst/>
          </a:prstGeom>
        </p:spPr>
      </p:pic>
    </p:spTree>
    <p:extLst>
      <p:ext uri="{BB962C8B-B14F-4D97-AF65-F5344CB8AC3E}">
        <p14:creationId xmlns:p14="http://schemas.microsoft.com/office/powerpoint/2010/main" val="1384716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6AD5FE-C81D-F29B-50BE-310156E097A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07256F9-1107-F576-7F06-243943FA8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CC477DE-85EA-B659-E238-42F2B11B44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D145D0F-3EAE-EB5F-E89C-F846AFD87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085E01C-AB87-E236-3B7E-2AA64CC7F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2D2B0DA7-536D-5DAB-B2E6-B7EEEC01B7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D9E922E9-BA49-488C-856E-64A6E8E8434A}"/>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Query –</a:t>
            </a:r>
            <a:br>
              <a:rPr lang="en-US" sz="4000" kern="1200" dirty="0">
                <a:solidFill>
                  <a:srgbClr val="FFFFFF"/>
                </a:solidFill>
                <a:latin typeface="+mj-lt"/>
                <a:ea typeface="+mj-ea"/>
                <a:cs typeface="+mj-cs"/>
              </a:rPr>
            </a:br>
            <a:r>
              <a:rPr lang="en-US" sz="4000" kern="1200" dirty="0">
                <a:solidFill>
                  <a:srgbClr val="FFFFFF"/>
                </a:solidFill>
                <a:latin typeface="+mj-lt"/>
                <a:ea typeface="+mj-ea"/>
                <a:cs typeface="+mj-cs"/>
              </a:rPr>
              <a:t>Prefix</a:t>
            </a:r>
          </a:p>
        </p:txBody>
      </p:sp>
      <p:sp>
        <p:nvSpPr>
          <p:cNvPr id="6" name="ZoneTexte 5">
            <a:extLst>
              <a:ext uri="{FF2B5EF4-FFF2-40B4-BE49-F238E27FC236}">
                <a16:creationId xmlns:a16="http://schemas.microsoft.com/office/drawing/2014/main" id="{1EFF1938-0672-9CC3-0E05-7BF4D975E981}"/>
              </a:ext>
            </a:extLst>
          </p:cNvPr>
          <p:cNvSpPr txBox="1"/>
          <p:nvPr/>
        </p:nvSpPr>
        <p:spPr>
          <a:xfrm>
            <a:off x="4701656" y="755234"/>
            <a:ext cx="6932527" cy="646331"/>
          </a:xfrm>
          <a:prstGeom prst="rect">
            <a:avLst/>
          </a:prstGeom>
          <a:noFill/>
        </p:spPr>
        <p:txBody>
          <a:bodyPr wrap="square" rtlCol="0">
            <a:spAutoFit/>
          </a:bodyPr>
          <a:lstStyle/>
          <a:p>
            <a:pPr marL="285750" indent="-285750">
              <a:buFont typeface="Arial" panose="020B0604020202020204" pitchFamily="34" charset="0"/>
              <a:buChar char="•"/>
            </a:pPr>
            <a:r>
              <a:rPr lang="fr-FR" dirty="0"/>
              <a:t>Cette </a:t>
            </a:r>
            <a:r>
              <a:rPr lang="fr-FR" dirty="0" err="1"/>
              <a:t>query</a:t>
            </a:r>
            <a:r>
              <a:rPr lang="fr-FR" dirty="0"/>
              <a:t> retourne les documents ou le champ  commence par le préfix indiqué</a:t>
            </a:r>
          </a:p>
        </p:txBody>
      </p:sp>
      <p:pic>
        <p:nvPicPr>
          <p:cNvPr id="4" name="Image 3">
            <a:extLst>
              <a:ext uri="{FF2B5EF4-FFF2-40B4-BE49-F238E27FC236}">
                <a16:creationId xmlns:a16="http://schemas.microsoft.com/office/drawing/2014/main" id="{D8637937-12D8-6FD2-53EE-97EC199D170E}"/>
              </a:ext>
            </a:extLst>
          </p:cNvPr>
          <p:cNvPicPr>
            <a:picLocks noChangeAspect="1"/>
          </p:cNvPicPr>
          <p:nvPr/>
        </p:nvPicPr>
        <p:blipFill>
          <a:blip r:embed="rId2"/>
          <a:stretch>
            <a:fillRect/>
          </a:stretch>
        </p:blipFill>
        <p:spPr>
          <a:xfrm>
            <a:off x="5349384" y="2047071"/>
            <a:ext cx="4254719" cy="1701887"/>
          </a:xfrm>
          <a:prstGeom prst="rect">
            <a:avLst/>
          </a:prstGeom>
        </p:spPr>
      </p:pic>
    </p:spTree>
    <p:extLst>
      <p:ext uri="{BB962C8B-B14F-4D97-AF65-F5344CB8AC3E}">
        <p14:creationId xmlns:p14="http://schemas.microsoft.com/office/powerpoint/2010/main" val="2128065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ED76B5-4221-32C1-F762-C857E994C52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18E6A17-C600-D11E-FF47-429F3AB0CB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D5447D-C5FF-E35A-897D-8A782651D0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CCC6987-D994-7BE3-D662-519CEAC801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175A52D-9818-4CD0-5EC3-309FD33B8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AD692E09-6A02-BAB9-E9D3-F58B3A17C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15239F2D-0AEF-5189-9928-9E88D082CB7B}"/>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Query –</a:t>
            </a:r>
            <a:br>
              <a:rPr lang="en-US" sz="4000" kern="1200" dirty="0">
                <a:solidFill>
                  <a:srgbClr val="FFFFFF"/>
                </a:solidFill>
                <a:latin typeface="+mj-lt"/>
                <a:ea typeface="+mj-ea"/>
                <a:cs typeface="+mj-cs"/>
              </a:rPr>
            </a:br>
            <a:r>
              <a:rPr lang="en-US" sz="4000" kern="1200" dirty="0">
                <a:solidFill>
                  <a:srgbClr val="FFFFFF"/>
                </a:solidFill>
                <a:latin typeface="+mj-lt"/>
                <a:ea typeface="+mj-ea"/>
                <a:cs typeface="+mj-cs"/>
              </a:rPr>
              <a:t>Regex</a:t>
            </a:r>
          </a:p>
        </p:txBody>
      </p:sp>
      <p:sp>
        <p:nvSpPr>
          <p:cNvPr id="6" name="ZoneTexte 5">
            <a:extLst>
              <a:ext uri="{FF2B5EF4-FFF2-40B4-BE49-F238E27FC236}">
                <a16:creationId xmlns:a16="http://schemas.microsoft.com/office/drawing/2014/main" id="{0D92F429-81AF-0DD4-6DCB-0127051E037B}"/>
              </a:ext>
            </a:extLst>
          </p:cNvPr>
          <p:cNvSpPr txBox="1"/>
          <p:nvPr/>
        </p:nvSpPr>
        <p:spPr>
          <a:xfrm>
            <a:off x="4753205" y="825013"/>
            <a:ext cx="6932527" cy="646331"/>
          </a:xfrm>
          <a:prstGeom prst="rect">
            <a:avLst/>
          </a:prstGeom>
          <a:noFill/>
        </p:spPr>
        <p:txBody>
          <a:bodyPr wrap="square" rtlCol="0">
            <a:spAutoFit/>
          </a:bodyPr>
          <a:lstStyle/>
          <a:p>
            <a:pPr marL="285750" indent="-285750">
              <a:buFont typeface="Arial" panose="020B0604020202020204" pitchFamily="34" charset="0"/>
              <a:buChar char="•"/>
            </a:pPr>
            <a:r>
              <a:rPr lang="fr-FR" dirty="0"/>
              <a:t>Cette </a:t>
            </a:r>
            <a:r>
              <a:rPr lang="fr-FR" dirty="0" err="1"/>
              <a:t>query</a:t>
            </a:r>
            <a:r>
              <a:rPr lang="fr-FR" dirty="0"/>
              <a:t>  retourne les documents qui match avec l’expression régulière indiquée</a:t>
            </a:r>
          </a:p>
        </p:txBody>
      </p:sp>
      <p:pic>
        <p:nvPicPr>
          <p:cNvPr id="8" name="Image 7">
            <a:extLst>
              <a:ext uri="{FF2B5EF4-FFF2-40B4-BE49-F238E27FC236}">
                <a16:creationId xmlns:a16="http://schemas.microsoft.com/office/drawing/2014/main" id="{B2F93ACF-7DE7-71FF-8AD7-8FA6697DDF8C}"/>
              </a:ext>
            </a:extLst>
          </p:cNvPr>
          <p:cNvPicPr>
            <a:picLocks noChangeAspect="1"/>
          </p:cNvPicPr>
          <p:nvPr/>
        </p:nvPicPr>
        <p:blipFill>
          <a:blip r:embed="rId2"/>
          <a:stretch>
            <a:fillRect/>
          </a:stretch>
        </p:blipFill>
        <p:spPr>
          <a:xfrm>
            <a:off x="5209315" y="1989021"/>
            <a:ext cx="5524869" cy="2241603"/>
          </a:xfrm>
          <a:prstGeom prst="rect">
            <a:avLst/>
          </a:prstGeom>
        </p:spPr>
      </p:pic>
    </p:spTree>
    <p:extLst>
      <p:ext uri="{BB962C8B-B14F-4D97-AF65-F5344CB8AC3E}">
        <p14:creationId xmlns:p14="http://schemas.microsoft.com/office/powerpoint/2010/main" val="3268762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E01E80-E4CE-6A0B-B152-28C54A9B65F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423CF48-1EEA-F5B7-D1A3-8EEB9E679E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F81DECE-3A71-327A-35DE-200F932E3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B268409E-D77B-5606-6044-C0EEFDF1AA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9D775C7-177C-C12C-49BB-86C3F3309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5BB05078-2B94-EDC0-B3A6-7A379BDCE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0A2455AE-8515-B18D-8463-6CB906E2F69A}"/>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Query –</a:t>
            </a:r>
            <a:br>
              <a:rPr lang="en-US" sz="4000" kern="1200" dirty="0">
                <a:solidFill>
                  <a:srgbClr val="FFFFFF"/>
                </a:solidFill>
                <a:latin typeface="+mj-lt"/>
                <a:ea typeface="+mj-ea"/>
                <a:cs typeface="+mj-cs"/>
              </a:rPr>
            </a:br>
            <a:r>
              <a:rPr lang="en-US" sz="4000" kern="1200" dirty="0" err="1">
                <a:solidFill>
                  <a:srgbClr val="FFFFFF"/>
                </a:solidFill>
                <a:latin typeface="+mj-lt"/>
                <a:ea typeface="+mj-ea"/>
                <a:cs typeface="+mj-cs"/>
              </a:rPr>
              <a:t>Wilcard</a:t>
            </a:r>
            <a:endParaRPr lang="en-US" sz="4000" kern="1200" dirty="0">
              <a:solidFill>
                <a:srgbClr val="FFFFFF"/>
              </a:solidFill>
              <a:latin typeface="+mj-lt"/>
              <a:ea typeface="+mj-ea"/>
              <a:cs typeface="+mj-cs"/>
            </a:endParaRPr>
          </a:p>
        </p:txBody>
      </p:sp>
      <p:sp>
        <p:nvSpPr>
          <p:cNvPr id="6" name="ZoneTexte 5">
            <a:extLst>
              <a:ext uri="{FF2B5EF4-FFF2-40B4-BE49-F238E27FC236}">
                <a16:creationId xmlns:a16="http://schemas.microsoft.com/office/drawing/2014/main" id="{031A169D-1F3B-22B1-EC30-354CB0096E8A}"/>
              </a:ext>
            </a:extLst>
          </p:cNvPr>
          <p:cNvSpPr txBox="1"/>
          <p:nvPr/>
        </p:nvSpPr>
        <p:spPr>
          <a:xfrm>
            <a:off x="4753205" y="825013"/>
            <a:ext cx="6932527" cy="1477328"/>
          </a:xfrm>
          <a:prstGeom prst="rect">
            <a:avLst/>
          </a:prstGeom>
          <a:noFill/>
        </p:spPr>
        <p:txBody>
          <a:bodyPr wrap="square" rtlCol="0">
            <a:spAutoFit/>
          </a:bodyPr>
          <a:lstStyle/>
          <a:p>
            <a:pPr marL="285750" indent="-285750">
              <a:buFont typeface="Arial" panose="020B0604020202020204" pitchFamily="34" charset="0"/>
              <a:buChar char="•"/>
            </a:pPr>
            <a:r>
              <a:rPr lang="fr-FR" dirty="0"/>
              <a:t>Cette </a:t>
            </a:r>
            <a:r>
              <a:rPr lang="fr-FR" dirty="0" err="1"/>
              <a:t>query</a:t>
            </a:r>
            <a:r>
              <a:rPr lang="fr-FR" dirty="0"/>
              <a:t>  est utilisée pour appliquer des patterns sur des attributs</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en-US" dirty="0"/>
              <a:t>Il </a:t>
            </a:r>
            <a:r>
              <a:rPr lang="en-US" dirty="0" err="1"/>
              <a:t>supporte</a:t>
            </a:r>
            <a:r>
              <a:rPr lang="en-US" dirty="0"/>
              <a:t> * ( 0 </a:t>
            </a:r>
            <a:r>
              <a:rPr lang="en-US" dirty="0" err="1"/>
              <a:t>ou</a:t>
            </a:r>
            <a:r>
              <a:rPr lang="en-US" dirty="0"/>
              <a:t> plus de </a:t>
            </a:r>
            <a:r>
              <a:rPr lang="en-US" dirty="0" err="1"/>
              <a:t>caractères</a:t>
            </a:r>
            <a:r>
              <a:rPr lang="en-US" dirty="0"/>
              <a:t>) et ? (match un seul </a:t>
            </a:r>
            <a:r>
              <a:rPr lang="en-US" dirty="0" err="1"/>
              <a:t>caractères</a:t>
            </a:r>
            <a:r>
              <a:rPr lang="en-US" dirty="0"/>
              <a:t>)</a:t>
            </a:r>
            <a:endParaRPr lang="fr-FR" dirty="0"/>
          </a:p>
        </p:txBody>
      </p:sp>
      <p:pic>
        <p:nvPicPr>
          <p:cNvPr id="4" name="Image 3">
            <a:extLst>
              <a:ext uri="{FF2B5EF4-FFF2-40B4-BE49-F238E27FC236}">
                <a16:creationId xmlns:a16="http://schemas.microsoft.com/office/drawing/2014/main" id="{6BE9F903-BB04-0F7B-A6D0-2B7289514BDA}"/>
              </a:ext>
            </a:extLst>
          </p:cNvPr>
          <p:cNvPicPr>
            <a:picLocks noChangeAspect="1"/>
          </p:cNvPicPr>
          <p:nvPr/>
        </p:nvPicPr>
        <p:blipFill>
          <a:blip r:embed="rId2"/>
          <a:stretch>
            <a:fillRect/>
          </a:stretch>
        </p:blipFill>
        <p:spPr>
          <a:xfrm>
            <a:off x="5258599" y="2767106"/>
            <a:ext cx="5191687" cy="1930499"/>
          </a:xfrm>
          <a:prstGeom prst="rect">
            <a:avLst/>
          </a:prstGeom>
        </p:spPr>
      </p:pic>
    </p:spTree>
    <p:extLst>
      <p:ext uri="{BB962C8B-B14F-4D97-AF65-F5344CB8AC3E}">
        <p14:creationId xmlns:p14="http://schemas.microsoft.com/office/powerpoint/2010/main" val="2408636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584927-C5AE-DB7C-B030-9498ABD4110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BE8A85-6F2C-75AD-AE48-A71C6AE05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25A508E-1FDE-9E7A-FDE7-02EDFAAA89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2620D82-3022-0A4F-2223-2DA37C82C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D3BEFC-B491-3BF9-0572-55492DB64C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6A12D3AD-849F-275F-E750-1F599B62B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9B1570BA-CF07-5850-348F-F138265EADA2}"/>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Query –</a:t>
            </a:r>
            <a:br>
              <a:rPr lang="en-US" sz="4000" kern="1200" dirty="0">
                <a:solidFill>
                  <a:srgbClr val="FFFFFF"/>
                </a:solidFill>
                <a:latin typeface="+mj-lt"/>
                <a:ea typeface="+mj-ea"/>
                <a:cs typeface="+mj-cs"/>
              </a:rPr>
            </a:br>
            <a:r>
              <a:rPr lang="en-US" sz="4000" kern="1200" dirty="0">
                <a:solidFill>
                  <a:srgbClr val="FFFFFF"/>
                </a:solidFill>
                <a:latin typeface="+mj-lt"/>
                <a:ea typeface="+mj-ea"/>
                <a:cs typeface="+mj-cs"/>
              </a:rPr>
              <a:t>Range</a:t>
            </a:r>
          </a:p>
        </p:txBody>
      </p:sp>
      <p:sp>
        <p:nvSpPr>
          <p:cNvPr id="6" name="ZoneTexte 5">
            <a:extLst>
              <a:ext uri="{FF2B5EF4-FFF2-40B4-BE49-F238E27FC236}">
                <a16:creationId xmlns:a16="http://schemas.microsoft.com/office/drawing/2014/main" id="{BC4699DF-1613-F39A-E7D5-CC05ABB1E056}"/>
              </a:ext>
            </a:extLst>
          </p:cNvPr>
          <p:cNvSpPr txBox="1"/>
          <p:nvPr/>
        </p:nvSpPr>
        <p:spPr>
          <a:xfrm>
            <a:off x="4753205" y="825013"/>
            <a:ext cx="6932527" cy="1754326"/>
          </a:xfrm>
          <a:prstGeom prst="rect">
            <a:avLst/>
          </a:prstGeom>
          <a:noFill/>
        </p:spPr>
        <p:txBody>
          <a:bodyPr wrap="square" rtlCol="0">
            <a:spAutoFit/>
          </a:bodyPr>
          <a:lstStyle/>
          <a:p>
            <a:pPr marL="285750" indent="-285750">
              <a:buFont typeface="Arial" panose="020B0604020202020204" pitchFamily="34" charset="0"/>
              <a:buChar char="•"/>
            </a:pPr>
            <a:r>
              <a:rPr lang="fr-FR" dirty="0"/>
              <a:t>Cette </a:t>
            </a:r>
            <a:r>
              <a:rPr lang="fr-FR" dirty="0" err="1"/>
              <a:t>query</a:t>
            </a:r>
            <a:r>
              <a:rPr lang="fr-FR" dirty="0"/>
              <a:t>  est utilisée pour appliquer des filtres sur des attributs de type numérique et date</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Les opérateurs utilisés :</a:t>
            </a:r>
          </a:p>
          <a:p>
            <a:pPr marL="742950" lvl="1" indent="-285750">
              <a:buFont typeface="Courier New" panose="02070309020205020404" pitchFamily="49" charset="0"/>
              <a:buChar char="o"/>
            </a:pPr>
            <a:r>
              <a:rPr lang="en-US" dirty="0" err="1"/>
              <a:t>lt</a:t>
            </a:r>
            <a:r>
              <a:rPr lang="en-US" dirty="0"/>
              <a:t>, </a:t>
            </a:r>
            <a:r>
              <a:rPr lang="en-US" dirty="0" err="1"/>
              <a:t>lte</a:t>
            </a:r>
            <a:r>
              <a:rPr lang="en-US" dirty="0"/>
              <a:t> — Less than, less than equal</a:t>
            </a:r>
          </a:p>
          <a:p>
            <a:pPr marL="742950" lvl="1" indent="-285750">
              <a:buFont typeface="Courier New" panose="02070309020205020404" pitchFamily="49" charset="0"/>
              <a:buChar char="o"/>
            </a:pPr>
            <a:r>
              <a:rPr lang="en-US" dirty="0" err="1"/>
              <a:t>gt</a:t>
            </a:r>
            <a:r>
              <a:rPr lang="en-US" dirty="0"/>
              <a:t> , </a:t>
            </a:r>
            <a:r>
              <a:rPr lang="en-US" dirty="0" err="1"/>
              <a:t>gte</a:t>
            </a:r>
            <a:r>
              <a:rPr lang="en-US" dirty="0"/>
              <a:t> — Greater than, greater than equal</a:t>
            </a:r>
            <a:endParaRPr lang="fr-FR" dirty="0"/>
          </a:p>
        </p:txBody>
      </p:sp>
      <p:pic>
        <p:nvPicPr>
          <p:cNvPr id="4" name="Image 3">
            <a:extLst>
              <a:ext uri="{FF2B5EF4-FFF2-40B4-BE49-F238E27FC236}">
                <a16:creationId xmlns:a16="http://schemas.microsoft.com/office/drawing/2014/main" id="{6FBBE034-F37B-296F-1A8E-119ABC7C01D2}"/>
              </a:ext>
            </a:extLst>
          </p:cNvPr>
          <p:cNvPicPr>
            <a:picLocks noChangeAspect="1"/>
          </p:cNvPicPr>
          <p:nvPr/>
        </p:nvPicPr>
        <p:blipFill>
          <a:blip r:embed="rId2"/>
          <a:stretch>
            <a:fillRect/>
          </a:stretch>
        </p:blipFill>
        <p:spPr>
          <a:xfrm>
            <a:off x="5056479" y="3149028"/>
            <a:ext cx="4974087" cy="2308062"/>
          </a:xfrm>
          <a:prstGeom prst="rect">
            <a:avLst/>
          </a:prstGeom>
        </p:spPr>
      </p:pic>
    </p:spTree>
    <p:extLst>
      <p:ext uri="{BB962C8B-B14F-4D97-AF65-F5344CB8AC3E}">
        <p14:creationId xmlns:p14="http://schemas.microsoft.com/office/powerpoint/2010/main" val="196697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5FAA3A-D8D7-0B43-03F6-54276DDA92F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B9E067C-578D-626E-AFE8-BB98464FC4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8DABE61-E44E-1982-C213-C64CDE303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0FD9BA2-1127-7EC7-975A-40EFD5315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1B4609F-3A15-25BB-B09E-5DEEF1B9F3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7D90689A-8110-28E6-7FB9-8283FB67F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3426B5F3-8E54-24B8-90A9-B1C713EAF581}"/>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Query –</a:t>
            </a:r>
            <a:br>
              <a:rPr lang="en-US" sz="4000" kern="1200" dirty="0">
                <a:solidFill>
                  <a:srgbClr val="FFFFFF"/>
                </a:solidFill>
                <a:latin typeface="+mj-lt"/>
                <a:ea typeface="+mj-ea"/>
                <a:cs typeface="+mj-cs"/>
              </a:rPr>
            </a:br>
            <a:r>
              <a:rPr lang="en-US" sz="4000" dirty="0">
                <a:solidFill>
                  <a:srgbClr val="FFFFFF"/>
                </a:solidFill>
              </a:rPr>
              <a:t>Bool</a:t>
            </a:r>
            <a:endParaRPr lang="en-US" sz="4000" kern="1200" dirty="0">
              <a:solidFill>
                <a:srgbClr val="FFFFFF"/>
              </a:solidFill>
              <a:latin typeface="+mj-lt"/>
              <a:ea typeface="+mj-ea"/>
              <a:cs typeface="+mj-cs"/>
            </a:endParaRPr>
          </a:p>
        </p:txBody>
      </p:sp>
      <p:sp>
        <p:nvSpPr>
          <p:cNvPr id="6" name="ZoneTexte 5">
            <a:extLst>
              <a:ext uri="{FF2B5EF4-FFF2-40B4-BE49-F238E27FC236}">
                <a16:creationId xmlns:a16="http://schemas.microsoft.com/office/drawing/2014/main" id="{5CC6E905-185F-2934-81B8-9061B739B269}"/>
              </a:ext>
            </a:extLst>
          </p:cNvPr>
          <p:cNvSpPr txBox="1"/>
          <p:nvPr/>
        </p:nvSpPr>
        <p:spPr>
          <a:xfrm>
            <a:off x="4409019" y="478712"/>
            <a:ext cx="6932527" cy="923330"/>
          </a:xfrm>
          <a:prstGeom prst="rect">
            <a:avLst/>
          </a:prstGeom>
          <a:noFill/>
        </p:spPr>
        <p:txBody>
          <a:bodyPr wrap="square" rtlCol="0">
            <a:spAutoFit/>
          </a:bodyPr>
          <a:lstStyle/>
          <a:p>
            <a:pPr marL="285750" indent="-285750">
              <a:buFont typeface="Arial" panose="020B0604020202020204" pitchFamily="34" charset="0"/>
              <a:buChar char="•"/>
            </a:pPr>
            <a:r>
              <a:rPr lang="fr-FR" dirty="0"/>
              <a:t>Cette </a:t>
            </a:r>
            <a:r>
              <a:rPr lang="fr-FR" dirty="0" err="1"/>
              <a:t>query</a:t>
            </a:r>
            <a:r>
              <a:rPr lang="fr-FR" dirty="0"/>
              <a:t>  permet de combiner plusieurs requêtes dans une seule requête en utilisant les opérateurs </a:t>
            </a:r>
            <a:r>
              <a:rPr lang="fr-FR" b="1" dirty="0"/>
              <a:t>« must (AND)» , « </a:t>
            </a:r>
            <a:r>
              <a:rPr lang="fr-FR" b="1" dirty="0" err="1"/>
              <a:t>must_not</a:t>
            </a:r>
            <a:r>
              <a:rPr lang="fr-FR" b="1" dirty="0"/>
              <a:t> (Not) », « </a:t>
            </a:r>
            <a:r>
              <a:rPr lang="fr-FR" b="1" dirty="0" err="1"/>
              <a:t>should</a:t>
            </a:r>
            <a:r>
              <a:rPr lang="fr-FR" b="1" dirty="0"/>
              <a:t> (OR)» </a:t>
            </a:r>
          </a:p>
        </p:txBody>
      </p:sp>
      <p:pic>
        <p:nvPicPr>
          <p:cNvPr id="5" name="Image 4">
            <a:extLst>
              <a:ext uri="{FF2B5EF4-FFF2-40B4-BE49-F238E27FC236}">
                <a16:creationId xmlns:a16="http://schemas.microsoft.com/office/drawing/2014/main" id="{A10E157A-B2CA-EC69-D247-B32E8B18F1C6}"/>
              </a:ext>
            </a:extLst>
          </p:cNvPr>
          <p:cNvPicPr>
            <a:picLocks noChangeAspect="1"/>
          </p:cNvPicPr>
          <p:nvPr/>
        </p:nvPicPr>
        <p:blipFill>
          <a:blip r:embed="rId2"/>
          <a:stretch>
            <a:fillRect/>
          </a:stretch>
        </p:blipFill>
        <p:spPr>
          <a:xfrm>
            <a:off x="5053868" y="2155069"/>
            <a:ext cx="5187412" cy="3949903"/>
          </a:xfrm>
          <a:prstGeom prst="rect">
            <a:avLst/>
          </a:prstGeom>
        </p:spPr>
      </p:pic>
    </p:spTree>
    <p:extLst>
      <p:ext uri="{BB962C8B-B14F-4D97-AF65-F5344CB8AC3E}">
        <p14:creationId xmlns:p14="http://schemas.microsoft.com/office/powerpoint/2010/main" val="2569214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60A2963-8A0F-1A6A-1323-5AE9DCA9BEEE}"/>
              </a:ext>
            </a:extLst>
          </p:cNvPr>
          <p:cNvSpPr>
            <a:spLocks noGrp="1"/>
          </p:cNvSpPr>
          <p:nvPr>
            <p:ph type="title"/>
          </p:nvPr>
        </p:nvSpPr>
        <p:spPr>
          <a:xfrm>
            <a:off x="1371599" y="294538"/>
            <a:ext cx="9895951" cy="1033669"/>
          </a:xfrm>
        </p:spPr>
        <p:txBody>
          <a:bodyPr>
            <a:normAutofit/>
          </a:bodyPr>
          <a:lstStyle/>
          <a:p>
            <a:r>
              <a:rPr lang="fr-FR" sz="4000" dirty="0">
                <a:solidFill>
                  <a:srgbClr val="FFFFFF"/>
                </a:solidFill>
              </a:rPr>
              <a:t>Autres Exemples de </a:t>
            </a:r>
            <a:r>
              <a:rPr lang="fr-FR" sz="4000" dirty="0" err="1">
                <a:solidFill>
                  <a:srgbClr val="FFFFFF"/>
                </a:solidFill>
              </a:rPr>
              <a:t>Query</a:t>
            </a:r>
            <a:endParaRPr lang="fr-FR" sz="4000" dirty="0">
              <a:solidFill>
                <a:srgbClr val="FFFFFF"/>
              </a:solidFill>
            </a:endParaRPr>
          </a:p>
        </p:txBody>
      </p:sp>
      <p:sp>
        <p:nvSpPr>
          <p:cNvPr id="3" name="Espace réservé du contenu 2">
            <a:extLst>
              <a:ext uri="{FF2B5EF4-FFF2-40B4-BE49-F238E27FC236}">
                <a16:creationId xmlns:a16="http://schemas.microsoft.com/office/drawing/2014/main" id="{D7C9C1AB-6DF9-9EA3-9946-F3DD1AC1CB5A}"/>
              </a:ext>
            </a:extLst>
          </p:cNvPr>
          <p:cNvSpPr>
            <a:spLocks noGrp="1"/>
          </p:cNvSpPr>
          <p:nvPr>
            <p:ph idx="1"/>
          </p:nvPr>
        </p:nvSpPr>
        <p:spPr>
          <a:xfrm>
            <a:off x="1371599" y="1885278"/>
            <a:ext cx="9724031" cy="4798985"/>
          </a:xfrm>
        </p:spPr>
        <p:txBody>
          <a:bodyPr anchor="ctr">
            <a:normAutofit/>
          </a:bodyPr>
          <a:lstStyle/>
          <a:p>
            <a:r>
              <a:rPr lang="fr-FR" sz="1600" b="1" i="1" dirty="0"/>
              <a:t>Récupérer un document </a:t>
            </a:r>
          </a:p>
          <a:p>
            <a:pPr lvl="1">
              <a:buFont typeface="Courier New" panose="02070309020205020404" pitchFamily="49" charset="0"/>
              <a:buChar char="o"/>
            </a:pPr>
            <a:r>
              <a:rPr lang="fr-FR" sz="1600" dirty="0"/>
              <a:t>GET traveler/_doc/1</a:t>
            </a:r>
          </a:p>
          <a:p>
            <a:r>
              <a:rPr lang="fr-FR" sz="1600" b="1" i="1" dirty="0"/>
              <a:t>Récupérer le mapping</a:t>
            </a:r>
          </a:p>
          <a:p>
            <a:pPr lvl="1">
              <a:buFont typeface="Courier New" panose="02070309020205020404" pitchFamily="49" charset="0"/>
              <a:buChar char="o"/>
            </a:pPr>
            <a:r>
              <a:rPr lang="fr-FR" sz="1600" dirty="0"/>
              <a:t>GET traveler /_mapping/_</a:t>
            </a:r>
            <a:r>
              <a:rPr lang="fr-FR" sz="1600" dirty="0" err="1"/>
              <a:t>doc?pretty</a:t>
            </a:r>
            <a:endParaRPr lang="fr-FR" sz="1600" b="1" i="1" dirty="0"/>
          </a:p>
          <a:p>
            <a:r>
              <a:rPr lang="fr-FR" sz="1600" b="1" i="1" dirty="0"/>
              <a:t>Supprimer un document</a:t>
            </a:r>
          </a:p>
          <a:p>
            <a:pPr lvl="1">
              <a:buFont typeface="Courier New" panose="02070309020205020404" pitchFamily="49" charset="0"/>
              <a:buChar char="o"/>
            </a:pPr>
            <a:r>
              <a:rPr lang="fr-FR" sz="1600" dirty="0"/>
              <a:t>DELETE traveler/_doc/1</a:t>
            </a:r>
            <a:endParaRPr lang="fr-FR" sz="1600" b="1" i="1" dirty="0"/>
          </a:p>
          <a:p>
            <a:r>
              <a:rPr lang="fr-FR" sz="1600" b="1" i="1" dirty="0"/>
              <a:t>Supprimer un index</a:t>
            </a:r>
          </a:p>
          <a:p>
            <a:pPr lvl="1">
              <a:buFont typeface="Courier New" panose="02070309020205020404" pitchFamily="49" charset="0"/>
              <a:buChar char="o"/>
            </a:pPr>
            <a:r>
              <a:rPr lang="fr-FR" sz="1600" dirty="0"/>
              <a:t>DELETE traveler</a:t>
            </a:r>
            <a:endParaRPr lang="fr-FR" sz="1600" b="1" i="1" dirty="0"/>
          </a:p>
          <a:p>
            <a:r>
              <a:rPr lang="fr-FR" sz="1600" b="1" i="1" dirty="0"/>
              <a:t>Récupérer </a:t>
            </a:r>
            <a:r>
              <a:rPr lang="en-US" sz="1600" b="1" i="1" dirty="0"/>
              <a:t>cluster health</a:t>
            </a:r>
            <a:endParaRPr lang="en-US" sz="1600" dirty="0"/>
          </a:p>
          <a:p>
            <a:pPr lvl="1">
              <a:buFont typeface="Courier New" panose="02070309020205020404" pitchFamily="49" charset="0"/>
              <a:buChar char="o"/>
            </a:pPr>
            <a:r>
              <a:rPr lang="fr-FR" sz="1600" dirty="0"/>
              <a:t>GET /_cat/</a:t>
            </a:r>
            <a:r>
              <a:rPr lang="fr-FR" sz="1600" dirty="0" err="1"/>
              <a:t>health?v</a:t>
            </a:r>
            <a:endParaRPr lang="fr-FR" sz="1600" dirty="0"/>
          </a:p>
          <a:p>
            <a:r>
              <a:rPr lang="fr-FR" sz="1600" b="1" i="1" dirty="0"/>
              <a:t>Récupérer </a:t>
            </a:r>
            <a:r>
              <a:rPr lang="en-US" sz="1600" b="1" i="1" dirty="0" err="1"/>
              <a:t>toutes</a:t>
            </a:r>
            <a:r>
              <a:rPr lang="en-US" sz="1600" b="1" i="1" dirty="0"/>
              <a:t> les </a:t>
            </a:r>
            <a:r>
              <a:rPr lang="en-US" sz="1600" b="1" i="1" dirty="0" err="1"/>
              <a:t>informations</a:t>
            </a:r>
            <a:r>
              <a:rPr lang="en-US" sz="1600" b="1" i="1" dirty="0"/>
              <a:t> sur un index</a:t>
            </a:r>
            <a:endParaRPr lang="en-US" sz="1600" dirty="0"/>
          </a:p>
          <a:p>
            <a:pPr lvl="1">
              <a:buFont typeface="Courier New" panose="02070309020205020404" pitchFamily="49" charset="0"/>
              <a:buChar char="o"/>
            </a:pPr>
            <a:r>
              <a:rPr lang="fr-FR" sz="1600" dirty="0"/>
              <a:t>GET traveler</a:t>
            </a:r>
          </a:p>
          <a:p>
            <a:endParaRPr lang="fr-FR" sz="1600" dirty="0"/>
          </a:p>
        </p:txBody>
      </p:sp>
    </p:spTree>
    <p:extLst>
      <p:ext uri="{BB962C8B-B14F-4D97-AF65-F5344CB8AC3E}">
        <p14:creationId xmlns:p14="http://schemas.microsoft.com/office/powerpoint/2010/main" val="3037879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63FCCA-0B06-EE6D-A5C3-F6C0C7E89A1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10EBB04-11FC-7654-07E9-FCAFFA831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DE0B2B9-24E8-50D3-03B7-58772F94D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B1E146E-1488-2FD0-88FB-8B61FA0F3A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1365A80-2E06-FE99-3CBB-A889F9520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9389E84-02D5-A853-F006-B7673404B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41FE6E1-3F72-3119-FB3A-E3D618FCCF2F}"/>
              </a:ext>
            </a:extLst>
          </p:cNvPr>
          <p:cNvSpPr>
            <a:spLocks noGrp="1"/>
          </p:cNvSpPr>
          <p:nvPr>
            <p:ph type="title"/>
          </p:nvPr>
        </p:nvSpPr>
        <p:spPr>
          <a:xfrm>
            <a:off x="713232" y="283406"/>
            <a:ext cx="10835640" cy="1033669"/>
          </a:xfrm>
        </p:spPr>
        <p:txBody>
          <a:bodyPr>
            <a:normAutofit fontScale="90000"/>
          </a:bodyPr>
          <a:lstStyle/>
          <a:p>
            <a:r>
              <a:rPr lang="fr-FR" sz="4000" dirty="0">
                <a:solidFill>
                  <a:srgbClr val="FFFFFF"/>
                </a:solidFill>
              </a:rPr>
              <a:t>Exemples de requêtes sur  l’index « </a:t>
            </a:r>
            <a:r>
              <a:rPr lang="fr-FR" sz="4000" dirty="0" err="1">
                <a:solidFill>
                  <a:srgbClr val="FFFFFF"/>
                </a:solidFill>
              </a:rPr>
              <a:t>cluster_redis</a:t>
            </a:r>
            <a:r>
              <a:rPr lang="fr-FR" sz="4000" dirty="0">
                <a:solidFill>
                  <a:srgbClr val="FFFFFF"/>
                </a:solidFill>
              </a:rPr>
              <a:t>» de 12k </a:t>
            </a:r>
          </a:p>
        </p:txBody>
      </p:sp>
      <p:sp>
        <p:nvSpPr>
          <p:cNvPr id="6" name="ZoneTexte 5">
            <a:extLst>
              <a:ext uri="{FF2B5EF4-FFF2-40B4-BE49-F238E27FC236}">
                <a16:creationId xmlns:a16="http://schemas.microsoft.com/office/drawing/2014/main" id="{E31F7B39-74B8-A5E7-1361-410DED291937}"/>
              </a:ext>
            </a:extLst>
          </p:cNvPr>
          <p:cNvSpPr txBox="1"/>
          <p:nvPr/>
        </p:nvSpPr>
        <p:spPr>
          <a:xfrm>
            <a:off x="594360" y="2194560"/>
            <a:ext cx="3255264" cy="1569660"/>
          </a:xfrm>
          <a:prstGeom prst="rect">
            <a:avLst/>
          </a:prstGeom>
          <a:solidFill>
            <a:schemeClr val="accent1">
              <a:lumMod val="50000"/>
            </a:schemeClr>
          </a:solidFill>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sz="1200" dirty="0" err="1"/>
              <a:t>cluster_redis</a:t>
            </a:r>
            <a:r>
              <a:rPr lang="en-US" sz="1200" dirty="0"/>
              <a:t>/_search</a:t>
            </a:r>
          </a:p>
          <a:p>
            <a:r>
              <a:rPr lang="en-US" sz="1200" dirty="0"/>
              <a:t>{</a:t>
            </a:r>
          </a:p>
          <a:p>
            <a:r>
              <a:rPr lang="en-US" sz="1200" dirty="0"/>
              <a:t>  "query": {</a:t>
            </a:r>
          </a:p>
          <a:p>
            <a:r>
              <a:rPr lang="en-US" sz="1200" dirty="0"/>
              <a:t>    "</a:t>
            </a:r>
            <a:r>
              <a:rPr lang="en-US" sz="1200" dirty="0" err="1"/>
              <a:t>match_all</a:t>
            </a:r>
            <a:r>
              <a:rPr lang="en-US" sz="1200" dirty="0"/>
              <a:t>": {}</a:t>
            </a:r>
          </a:p>
          <a:p>
            <a:r>
              <a:rPr lang="en-US" sz="1200" dirty="0"/>
              <a:t>  },</a:t>
            </a:r>
          </a:p>
          <a:p>
            <a:r>
              <a:rPr lang="en-US" sz="1200" dirty="0"/>
              <a:t>  "size": 10,</a:t>
            </a:r>
          </a:p>
          <a:p>
            <a:r>
              <a:rPr lang="en-US" sz="1200" dirty="0"/>
              <a:t>  "from": 0</a:t>
            </a:r>
          </a:p>
          <a:p>
            <a:r>
              <a:rPr lang="en-US" sz="1200" dirty="0"/>
              <a:t>}</a:t>
            </a:r>
            <a:endParaRPr lang="fr-FR" sz="1200" dirty="0"/>
          </a:p>
        </p:txBody>
      </p:sp>
      <p:sp>
        <p:nvSpPr>
          <p:cNvPr id="7" name="ZoneTexte 6">
            <a:extLst>
              <a:ext uri="{FF2B5EF4-FFF2-40B4-BE49-F238E27FC236}">
                <a16:creationId xmlns:a16="http://schemas.microsoft.com/office/drawing/2014/main" id="{8BDC797E-48BA-9987-EEBF-E73F8EAC9969}"/>
              </a:ext>
            </a:extLst>
          </p:cNvPr>
          <p:cNvSpPr txBox="1"/>
          <p:nvPr/>
        </p:nvSpPr>
        <p:spPr>
          <a:xfrm>
            <a:off x="539496" y="4386072"/>
            <a:ext cx="3364992" cy="1569660"/>
          </a:xfrm>
          <a:prstGeom prst="rect">
            <a:avLst/>
          </a:prstGeom>
          <a:solidFill>
            <a:schemeClr val="accent1">
              <a:lumMod val="50000"/>
            </a:schemeClr>
          </a:solidFill>
        </p:spPr>
        <p:style>
          <a:lnRef idx="3">
            <a:schemeClr val="lt1"/>
          </a:lnRef>
          <a:fillRef idx="1">
            <a:schemeClr val="dk1"/>
          </a:fillRef>
          <a:effectRef idx="1">
            <a:schemeClr val="dk1"/>
          </a:effectRef>
          <a:fontRef idx="minor">
            <a:schemeClr val="lt1"/>
          </a:fontRef>
        </p:style>
        <p:txBody>
          <a:bodyPr wrap="square" rtlCol="0">
            <a:spAutoFit/>
          </a:bodyPr>
          <a:lstStyle/>
          <a:p>
            <a:r>
              <a:rPr lang="en-US" sz="1200" dirty="0" err="1"/>
              <a:t>cluster_redis</a:t>
            </a:r>
            <a:r>
              <a:rPr lang="en-US" sz="1200" dirty="0"/>
              <a:t>/_search</a:t>
            </a:r>
          </a:p>
          <a:p>
            <a:r>
              <a:rPr lang="en-US" sz="1200" dirty="0"/>
              <a:t>{  </a:t>
            </a:r>
          </a:p>
          <a:p>
            <a:r>
              <a:rPr lang="en-US" sz="1200" dirty="0"/>
              <a:t>   "query":{  </a:t>
            </a:r>
          </a:p>
          <a:p>
            <a:r>
              <a:rPr lang="en-US" sz="1200" dirty="0"/>
              <a:t>      "match":{  </a:t>
            </a:r>
          </a:p>
          <a:p>
            <a:r>
              <a:rPr lang="en-US" sz="1200" dirty="0"/>
              <a:t>         "</a:t>
            </a:r>
            <a:r>
              <a:rPr lang="en-US" sz="1200" dirty="0" err="1"/>
              <a:t>identifiant</a:t>
            </a:r>
            <a:r>
              <a:rPr lang="en-US" sz="1200" dirty="0"/>
              <a:t>":"AUTO BKRCL JACQUOT TEST"</a:t>
            </a:r>
          </a:p>
          <a:p>
            <a:r>
              <a:rPr lang="en-US" sz="1200" dirty="0"/>
              <a:t>      }</a:t>
            </a:r>
          </a:p>
          <a:p>
            <a:r>
              <a:rPr lang="en-US" sz="1200" dirty="0"/>
              <a:t>   }</a:t>
            </a:r>
          </a:p>
          <a:p>
            <a:r>
              <a:rPr lang="en-US" sz="1200" dirty="0"/>
              <a:t>}</a:t>
            </a:r>
          </a:p>
        </p:txBody>
      </p:sp>
      <p:sp>
        <p:nvSpPr>
          <p:cNvPr id="9" name="ZoneTexte 8">
            <a:extLst>
              <a:ext uri="{FF2B5EF4-FFF2-40B4-BE49-F238E27FC236}">
                <a16:creationId xmlns:a16="http://schemas.microsoft.com/office/drawing/2014/main" id="{3B7FE203-2BDC-295A-38FE-0C447D09B224}"/>
              </a:ext>
            </a:extLst>
          </p:cNvPr>
          <p:cNvSpPr txBox="1"/>
          <p:nvPr/>
        </p:nvSpPr>
        <p:spPr>
          <a:xfrm>
            <a:off x="4223766" y="2194560"/>
            <a:ext cx="3364992" cy="1569660"/>
          </a:xfrm>
          <a:prstGeom prst="rect">
            <a:avLst/>
          </a:prstGeom>
          <a:solidFill>
            <a:schemeClr val="accent1">
              <a:lumMod val="50000"/>
            </a:schemeClr>
          </a:solidFill>
        </p:spPr>
        <p:style>
          <a:lnRef idx="3">
            <a:schemeClr val="lt1"/>
          </a:lnRef>
          <a:fillRef idx="1">
            <a:schemeClr val="dk1"/>
          </a:fillRef>
          <a:effectRef idx="1">
            <a:schemeClr val="dk1"/>
          </a:effectRef>
          <a:fontRef idx="minor">
            <a:schemeClr val="lt1"/>
          </a:fontRef>
        </p:style>
        <p:txBody>
          <a:bodyPr wrap="square" rtlCol="0">
            <a:spAutoFit/>
          </a:bodyPr>
          <a:lstStyle/>
          <a:p>
            <a:r>
              <a:rPr lang="en-US" sz="1200" dirty="0" err="1"/>
              <a:t>cluster_redis</a:t>
            </a:r>
            <a:r>
              <a:rPr lang="en-US" sz="1200" dirty="0"/>
              <a:t>/_search</a:t>
            </a:r>
          </a:p>
          <a:p>
            <a:r>
              <a:rPr lang="en-US" sz="1200" dirty="0"/>
              <a:t>{  </a:t>
            </a:r>
          </a:p>
          <a:p>
            <a:r>
              <a:rPr lang="en-US" sz="1200" dirty="0"/>
              <a:t>   "query":{  </a:t>
            </a:r>
          </a:p>
          <a:p>
            <a:r>
              <a:rPr lang="en-US" sz="1200" dirty="0"/>
              <a:t>      "</a:t>
            </a:r>
            <a:r>
              <a:rPr lang="en-US" sz="1200" dirty="0" err="1"/>
              <a:t>match_phrase</a:t>
            </a:r>
            <a:r>
              <a:rPr lang="en-US" sz="1200" dirty="0"/>
              <a:t>":{  </a:t>
            </a:r>
          </a:p>
          <a:p>
            <a:r>
              <a:rPr lang="en-US" sz="1200" dirty="0"/>
              <a:t>         "</a:t>
            </a:r>
            <a:r>
              <a:rPr lang="en-US" sz="1200" dirty="0" err="1"/>
              <a:t>identifiant</a:t>
            </a:r>
            <a:r>
              <a:rPr lang="en-US" sz="1200" dirty="0"/>
              <a:t>":"AUTO BKRCL"</a:t>
            </a:r>
          </a:p>
          <a:p>
            <a:r>
              <a:rPr lang="en-US" sz="1200" dirty="0"/>
              <a:t>      }</a:t>
            </a:r>
          </a:p>
          <a:p>
            <a:r>
              <a:rPr lang="en-US" sz="1200" dirty="0"/>
              <a:t>   }</a:t>
            </a:r>
          </a:p>
          <a:p>
            <a:r>
              <a:rPr lang="en-US" sz="1200" dirty="0"/>
              <a:t>}</a:t>
            </a:r>
            <a:endParaRPr lang="fr-FR" sz="1200" dirty="0"/>
          </a:p>
        </p:txBody>
      </p:sp>
      <p:sp>
        <p:nvSpPr>
          <p:cNvPr id="11" name="ZoneTexte 10">
            <a:extLst>
              <a:ext uri="{FF2B5EF4-FFF2-40B4-BE49-F238E27FC236}">
                <a16:creationId xmlns:a16="http://schemas.microsoft.com/office/drawing/2014/main" id="{36DE86AC-D63D-94D9-F6C1-DA428F17CF03}"/>
              </a:ext>
            </a:extLst>
          </p:cNvPr>
          <p:cNvSpPr txBox="1"/>
          <p:nvPr/>
        </p:nvSpPr>
        <p:spPr>
          <a:xfrm>
            <a:off x="4196334" y="4361348"/>
            <a:ext cx="3364992" cy="1569660"/>
          </a:xfrm>
          <a:prstGeom prst="rect">
            <a:avLst/>
          </a:prstGeom>
          <a:solidFill>
            <a:schemeClr val="accent1">
              <a:lumMod val="50000"/>
            </a:schemeClr>
          </a:solidFill>
        </p:spPr>
        <p:style>
          <a:lnRef idx="3">
            <a:schemeClr val="lt1"/>
          </a:lnRef>
          <a:fillRef idx="1">
            <a:schemeClr val="dk1"/>
          </a:fillRef>
          <a:effectRef idx="1">
            <a:schemeClr val="dk1"/>
          </a:effectRef>
          <a:fontRef idx="minor">
            <a:schemeClr val="lt1"/>
          </a:fontRef>
        </p:style>
        <p:txBody>
          <a:bodyPr wrap="square" rtlCol="0">
            <a:spAutoFit/>
          </a:bodyPr>
          <a:lstStyle/>
          <a:p>
            <a:r>
              <a:rPr lang="en-US" sz="1200" dirty="0" err="1"/>
              <a:t>cluster_redis</a:t>
            </a:r>
            <a:r>
              <a:rPr lang="en-US" sz="1200" dirty="0"/>
              <a:t>/_search</a:t>
            </a:r>
          </a:p>
          <a:p>
            <a:r>
              <a:rPr lang="en-US" sz="1200" dirty="0"/>
              <a:t>{  </a:t>
            </a:r>
          </a:p>
          <a:p>
            <a:r>
              <a:rPr lang="en-US" sz="1200" dirty="0"/>
              <a:t>   "query":{  </a:t>
            </a:r>
          </a:p>
          <a:p>
            <a:r>
              <a:rPr lang="en-US" sz="1200" dirty="0"/>
              <a:t>      "term":{  </a:t>
            </a:r>
          </a:p>
          <a:p>
            <a:r>
              <a:rPr lang="en-US" sz="1200" dirty="0"/>
              <a:t>         "</a:t>
            </a:r>
            <a:r>
              <a:rPr lang="en-US" sz="1200" dirty="0" err="1"/>
              <a:t>codeEtablissement</a:t>
            </a:r>
            <a:r>
              <a:rPr lang="en-US" sz="1200" dirty="0"/>
              <a:t>":"</a:t>
            </a:r>
            <a:r>
              <a:rPr lang="en-US" sz="1200" dirty="0" err="1"/>
              <a:t>prodi</a:t>
            </a:r>
            <a:r>
              <a:rPr lang="en-US" sz="1200" dirty="0"/>
              <a:t>"</a:t>
            </a:r>
          </a:p>
          <a:p>
            <a:r>
              <a:rPr lang="en-US" sz="1200" dirty="0"/>
              <a:t>      }</a:t>
            </a:r>
          </a:p>
          <a:p>
            <a:r>
              <a:rPr lang="en-US" sz="1200" dirty="0"/>
              <a:t>   }</a:t>
            </a:r>
          </a:p>
          <a:p>
            <a:r>
              <a:rPr lang="en-US" sz="1200" dirty="0"/>
              <a:t>}</a:t>
            </a:r>
            <a:endParaRPr lang="fr-FR" sz="1200" dirty="0"/>
          </a:p>
        </p:txBody>
      </p:sp>
      <p:sp>
        <p:nvSpPr>
          <p:cNvPr id="13" name="ZoneTexte 12">
            <a:extLst>
              <a:ext uri="{FF2B5EF4-FFF2-40B4-BE49-F238E27FC236}">
                <a16:creationId xmlns:a16="http://schemas.microsoft.com/office/drawing/2014/main" id="{92D603AB-BC8B-5916-BD51-5FF0466A1AB6}"/>
              </a:ext>
            </a:extLst>
          </p:cNvPr>
          <p:cNvSpPr txBox="1"/>
          <p:nvPr/>
        </p:nvSpPr>
        <p:spPr>
          <a:xfrm>
            <a:off x="7853172" y="2787640"/>
            <a:ext cx="4017264" cy="2492990"/>
          </a:xfrm>
          <a:prstGeom prst="rect">
            <a:avLst/>
          </a:prstGeom>
          <a:solidFill>
            <a:schemeClr val="accent1">
              <a:lumMod val="50000"/>
            </a:schemeClr>
          </a:solidFill>
        </p:spPr>
        <p:style>
          <a:lnRef idx="3">
            <a:schemeClr val="lt1"/>
          </a:lnRef>
          <a:fillRef idx="1">
            <a:schemeClr val="dk1"/>
          </a:fillRef>
          <a:effectRef idx="1">
            <a:schemeClr val="dk1"/>
          </a:effectRef>
          <a:fontRef idx="minor">
            <a:schemeClr val="lt1"/>
          </a:fontRef>
        </p:style>
        <p:txBody>
          <a:bodyPr wrap="square" rtlCol="0">
            <a:spAutoFit/>
          </a:bodyPr>
          <a:lstStyle/>
          <a:p>
            <a:r>
              <a:rPr lang="en-US" sz="1200" dirty="0" err="1"/>
              <a:t>cluster_redis</a:t>
            </a:r>
            <a:r>
              <a:rPr lang="en-US" sz="1200" dirty="0"/>
              <a:t>/_search</a:t>
            </a:r>
          </a:p>
          <a:p>
            <a:r>
              <a:rPr lang="en-US" sz="1200" dirty="0"/>
              <a:t>{</a:t>
            </a:r>
          </a:p>
          <a:p>
            <a:r>
              <a:rPr lang="en-US" sz="1200" dirty="0"/>
              <a:t>  "query": {</a:t>
            </a:r>
          </a:p>
          <a:p>
            <a:r>
              <a:rPr lang="en-US" sz="1200" dirty="0"/>
              <a:t>    "bool" : {</a:t>
            </a:r>
          </a:p>
          <a:p>
            <a:r>
              <a:rPr lang="en-US" sz="1200" dirty="0"/>
              <a:t>      "should" : [</a:t>
            </a:r>
          </a:p>
          <a:p>
            <a:r>
              <a:rPr lang="en-US" sz="1200" dirty="0"/>
              <a:t>        { "term" : { "</a:t>
            </a:r>
            <a:r>
              <a:rPr lang="en-US" sz="1200" dirty="0" err="1"/>
              <a:t>codeEtablissement</a:t>
            </a:r>
            <a:r>
              <a:rPr lang="en-US" sz="1200" dirty="0"/>
              <a:t>" : "</a:t>
            </a:r>
            <a:r>
              <a:rPr lang="en-US" sz="1200" dirty="0" err="1"/>
              <a:t>prodi</a:t>
            </a:r>
            <a:r>
              <a:rPr lang="en-US" sz="1200" dirty="0"/>
              <a:t>" } },</a:t>
            </a:r>
          </a:p>
          <a:p>
            <a:r>
              <a:rPr lang="en-US" sz="1200" dirty="0"/>
              <a:t>        { "match" : { "</a:t>
            </a:r>
            <a:r>
              <a:rPr lang="en-US" sz="1200" dirty="0" err="1"/>
              <a:t>identifiant</a:t>
            </a:r>
            <a:r>
              <a:rPr lang="en-US" sz="1200" dirty="0"/>
              <a:t>" : "AUTO BKRCL JACQUOT" } }</a:t>
            </a:r>
          </a:p>
          <a:p>
            <a:r>
              <a:rPr lang="en-US" sz="1200" dirty="0"/>
              <a:t>      ],</a:t>
            </a:r>
          </a:p>
          <a:p>
            <a:r>
              <a:rPr lang="en-US" sz="1200" dirty="0"/>
              <a:t>      "</a:t>
            </a:r>
            <a:r>
              <a:rPr lang="en-US" sz="1200" dirty="0" err="1"/>
              <a:t>minimum_should_match</a:t>
            </a:r>
            <a:r>
              <a:rPr lang="en-US" sz="1200" dirty="0"/>
              <a:t>" : 1,</a:t>
            </a:r>
          </a:p>
          <a:p>
            <a:r>
              <a:rPr lang="en-US" sz="1200" dirty="0"/>
              <a:t>      "boost" : 1.0</a:t>
            </a:r>
          </a:p>
          <a:p>
            <a:r>
              <a:rPr lang="en-US" sz="1200" dirty="0"/>
              <a:t>    }</a:t>
            </a:r>
          </a:p>
          <a:p>
            <a:r>
              <a:rPr lang="en-US" sz="1200" dirty="0"/>
              <a:t>  }</a:t>
            </a:r>
          </a:p>
          <a:p>
            <a:r>
              <a:rPr lang="en-US" sz="1200" dirty="0"/>
              <a:t>}</a:t>
            </a:r>
            <a:endParaRPr lang="fr-FR" sz="1200" dirty="0"/>
          </a:p>
        </p:txBody>
      </p:sp>
    </p:spTree>
    <p:extLst>
      <p:ext uri="{BB962C8B-B14F-4D97-AF65-F5344CB8AC3E}">
        <p14:creationId xmlns:p14="http://schemas.microsoft.com/office/powerpoint/2010/main" val="2718828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65F627-62D9-8F7D-B7F3-FD4F5B0C158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413F959-6F24-17EE-AF0A-C5AB6A67FA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E92CF4-EAA4-ED0C-C5C0-9625C0EBD7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31C212E-E55C-523F-0C7E-F68C898A7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69C5ACF-E273-9B83-6310-FE82BEF6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C1581A5-117D-EA81-07D8-43488C0AE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FF109D5-451D-EE62-6140-204CEDC72B60}"/>
              </a:ext>
            </a:extLst>
          </p:cNvPr>
          <p:cNvSpPr>
            <a:spLocks noGrp="1"/>
          </p:cNvSpPr>
          <p:nvPr>
            <p:ph type="title"/>
          </p:nvPr>
        </p:nvSpPr>
        <p:spPr>
          <a:xfrm>
            <a:off x="1371599" y="294538"/>
            <a:ext cx="9895951" cy="1033669"/>
          </a:xfrm>
        </p:spPr>
        <p:txBody>
          <a:bodyPr>
            <a:normAutofit/>
          </a:bodyPr>
          <a:lstStyle/>
          <a:p>
            <a:r>
              <a:rPr lang="fr-FR" sz="4000" dirty="0">
                <a:solidFill>
                  <a:srgbClr val="FFFFFF"/>
                </a:solidFill>
              </a:rPr>
              <a:t>Autres exemples de recherches avec CURL</a:t>
            </a:r>
          </a:p>
        </p:txBody>
      </p:sp>
      <p:sp>
        <p:nvSpPr>
          <p:cNvPr id="3" name="Espace réservé du contenu 2">
            <a:extLst>
              <a:ext uri="{FF2B5EF4-FFF2-40B4-BE49-F238E27FC236}">
                <a16:creationId xmlns:a16="http://schemas.microsoft.com/office/drawing/2014/main" id="{C8B427E5-C2AA-A5D5-F6B4-9CC624857279}"/>
              </a:ext>
            </a:extLst>
          </p:cNvPr>
          <p:cNvSpPr>
            <a:spLocks noGrp="1"/>
          </p:cNvSpPr>
          <p:nvPr>
            <p:ph idx="1"/>
          </p:nvPr>
        </p:nvSpPr>
        <p:spPr>
          <a:xfrm>
            <a:off x="1371599" y="1885278"/>
            <a:ext cx="9724031" cy="4798985"/>
          </a:xfrm>
        </p:spPr>
        <p:txBody>
          <a:bodyPr anchor="ctr">
            <a:normAutofit/>
          </a:bodyPr>
          <a:lstStyle/>
          <a:p>
            <a:r>
              <a:rPr lang="fr-FR" sz="1600" dirty="0"/>
              <a:t>Insérer un document :</a:t>
            </a:r>
          </a:p>
          <a:p>
            <a:pPr lvl="1">
              <a:buFont typeface="Courier New" panose="02070309020205020404" pitchFamily="49" charset="0"/>
              <a:buChar char="o"/>
            </a:pPr>
            <a:r>
              <a:rPr lang="fr-FR" sz="1600" dirty="0" err="1"/>
              <a:t>curl</a:t>
            </a:r>
            <a:r>
              <a:rPr lang="fr-FR" sz="1600" dirty="0"/>
              <a:t> -XPUT 'localhost:9200/</a:t>
            </a:r>
            <a:r>
              <a:rPr lang="fr-FR" sz="1600" dirty="0" err="1"/>
              <a:t>get-together</a:t>
            </a:r>
            <a:r>
              <a:rPr lang="fr-FR" sz="1600" dirty="0"/>
              <a:t>/_doc/1?pretty' -H 'Content-Type: application/</a:t>
            </a:r>
            <a:r>
              <a:rPr lang="fr-FR" sz="1600" dirty="0" err="1"/>
              <a:t>json</a:t>
            </a:r>
            <a:r>
              <a:rPr lang="fr-FR" sz="1600" dirty="0"/>
              <a:t>' -d '{"</a:t>
            </a:r>
            <a:r>
              <a:rPr lang="fr-FR" sz="1600" dirty="0" err="1"/>
              <a:t>name</a:t>
            </a:r>
            <a:r>
              <a:rPr lang="fr-FR" sz="1600" dirty="0"/>
              <a:t>": "</a:t>
            </a:r>
            <a:r>
              <a:rPr lang="fr-FR" sz="1600" dirty="0" err="1"/>
              <a:t>Elasticsearch</a:t>
            </a:r>
            <a:r>
              <a:rPr lang="fr-FR" sz="1600" dirty="0"/>
              <a:t> Denver", "</a:t>
            </a:r>
            <a:r>
              <a:rPr lang="fr-FR" sz="1600" dirty="0" err="1"/>
              <a:t>organizer</a:t>
            </a:r>
            <a:r>
              <a:rPr lang="fr-FR" sz="1600" dirty="0"/>
              <a:t>": "Lee"}’</a:t>
            </a:r>
          </a:p>
          <a:p>
            <a:r>
              <a:rPr lang="fr-FR" sz="1600" dirty="0"/>
              <a:t>Vérifier le contenu de index :</a:t>
            </a:r>
          </a:p>
          <a:p>
            <a:pPr lvl="1">
              <a:buFont typeface="Courier New" panose="02070309020205020404" pitchFamily="49" charset="0"/>
              <a:buChar char="o"/>
            </a:pPr>
            <a:r>
              <a:rPr lang="fr-FR" sz="1600" dirty="0" err="1"/>
              <a:t>curl</a:t>
            </a:r>
            <a:r>
              <a:rPr lang="fr-FR" sz="1600" dirty="0"/>
              <a:t> -GET 'http://localhost:9200/</a:t>
            </a:r>
            <a:r>
              <a:rPr lang="fr-FR" sz="1600" dirty="0" err="1"/>
              <a:t>get-together?pretty</a:t>
            </a:r>
            <a:r>
              <a:rPr lang="fr-FR" sz="1600" dirty="0"/>
              <a:t>’</a:t>
            </a:r>
          </a:p>
          <a:p>
            <a:r>
              <a:rPr lang="fr-FR" sz="1600" dirty="0"/>
              <a:t>Recherche tous les documents qui font référence au mot clé </a:t>
            </a:r>
            <a:r>
              <a:rPr lang="fr-FR" sz="1600" dirty="0" err="1"/>
              <a:t>elasticsearch</a:t>
            </a:r>
            <a:r>
              <a:rPr lang="fr-FR" sz="1600" dirty="0"/>
              <a:t> </a:t>
            </a:r>
          </a:p>
          <a:p>
            <a:pPr lvl="1">
              <a:buFont typeface="Courier New" panose="02070309020205020404" pitchFamily="49" charset="0"/>
              <a:buChar char="o"/>
            </a:pPr>
            <a:r>
              <a:rPr lang="fr-FR" sz="1600" dirty="0" err="1"/>
              <a:t>curl</a:t>
            </a:r>
            <a:r>
              <a:rPr lang="fr-FR" sz="1600" dirty="0"/>
              <a:t>  -XGET 'http://localhost:9200/</a:t>
            </a:r>
            <a:r>
              <a:rPr lang="fr-FR" sz="1600" dirty="0" err="1"/>
              <a:t>get-together</a:t>
            </a:r>
            <a:r>
              <a:rPr lang="fr-FR" sz="1600" dirty="0"/>
              <a:t>/_doc/_</a:t>
            </a:r>
            <a:r>
              <a:rPr lang="fr-FR" sz="1600" dirty="0" err="1"/>
              <a:t>search?q</a:t>
            </a:r>
            <a:r>
              <a:rPr lang="fr-FR" sz="1600" dirty="0"/>
              <a:t>=</a:t>
            </a:r>
            <a:r>
              <a:rPr lang="fr-FR" sz="1600" dirty="0" err="1"/>
              <a:t>elasticsearch&amp;pretty</a:t>
            </a:r>
            <a:r>
              <a:rPr lang="fr-FR" sz="1600" dirty="0"/>
              <a:t>’ </a:t>
            </a:r>
          </a:p>
          <a:p>
            <a:r>
              <a:rPr lang="fr-FR" sz="1600" dirty="0"/>
              <a:t>Recherche Multi index</a:t>
            </a:r>
          </a:p>
          <a:p>
            <a:pPr lvl="1">
              <a:buFont typeface="Courier New" panose="02070309020205020404" pitchFamily="49" charset="0"/>
              <a:buChar char="o"/>
            </a:pPr>
            <a:r>
              <a:rPr lang="fr-FR" sz="1600" dirty="0" err="1"/>
              <a:t>curl</a:t>
            </a:r>
            <a:r>
              <a:rPr lang="fr-FR" sz="1600" dirty="0"/>
              <a:t> -XGET 'http://localhost:9200/</a:t>
            </a:r>
            <a:r>
              <a:rPr lang="fr-FR" sz="1600" dirty="0" err="1"/>
              <a:t>get</a:t>
            </a:r>
            <a:r>
              <a:rPr lang="fr-FR" sz="1600" dirty="0"/>
              <a:t>-</a:t>
            </a:r>
            <a:r>
              <a:rPr lang="fr-FR" sz="1600" dirty="0" err="1"/>
              <a:t>together,other</a:t>
            </a:r>
            <a:r>
              <a:rPr lang="fr-FR" sz="1600" dirty="0"/>
              <a:t>-index/_doc/_</a:t>
            </a:r>
            <a:r>
              <a:rPr lang="fr-FR" sz="1600" dirty="0" err="1"/>
              <a:t>search?q</a:t>
            </a:r>
            <a:r>
              <a:rPr lang="fr-FR" sz="1600" dirty="0"/>
              <a:t>=</a:t>
            </a:r>
            <a:r>
              <a:rPr lang="fr-FR" sz="1600" dirty="0" err="1"/>
              <a:t>elasticsearch&amp;pretty</a:t>
            </a:r>
            <a:r>
              <a:rPr lang="fr-FR" sz="1600" dirty="0"/>
              <a:t>’</a:t>
            </a:r>
          </a:p>
          <a:p>
            <a:r>
              <a:rPr lang="fr-FR" sz="1600" dirty="0"/>
              <a:t>Recherche dans tous les index</a:t>
            </a:r>
          </a:p>
          <a:p>
            <a:pPr lvl="1">
              <a:buFont typeface="Courier New" panose="02070309020205020404" pitchFamily="49" charset="0"/>
              <a:buChar char="o"/>
            </a:pPr>
            <a:r>
              <a:rPr lang="fr-FR" sz="1600" dirty="0" err="1"/>
              <a:t>curl</a:t>
            </a:r>
            <a:r>
              <a:rPr lang="fr-FR" sz="1600" dirty="0"/>
              <a:t> -XGET 'http://localhost:9200/_</a:t>
            </a:r>
            <a:r>
              <a:rPr lang="fr-FR" sz="1600" dirty="0" err="1"/>
              <a:t>search?q</a:t>
            </a:r>
            <a:r>
              <a:rPr lang="fr-FR" sz="1600" dirty="0"/>
              <a:t>=</a:t>
            </a:r>
            <a:r>
              <a:rPr lang="fr-FR" sz="1600" dirty="0" err="1"/>
              <a:t>elasticsearch&amp;pretty</a:t>
            </a:r>
            <a:r>
              <a:rPr lang="fr-FR" sz="1600" dirty="0"/>
              <a:t>’</a:t>
            </a:r>
          </a:p>
          <a:p>
            <a:r>
              <a:rPr lang="fr-FR" sz="1600" dirty="0" err="1"/>
              <a:t>curl</a:t>
            </a:r>
            <a:r>
              <a:rPr lang="fr-FR" sz="1600" dirty="0"/>
              <a:t> -XPOST 'localhost:9200/</a:t>
            </a:r>
            <a:r>
              <a:rPr lang="fr-FR" sz="1600" dirty="0" err="1"/>
              <a:t>get-together</a:t>
            </a:r>
            <a:r>
              <a:rPr lang="fr-FR" sz="1600" dirty="0"/>
              <a:t>/_doc/_</a:t>
            </a:r>
            <a:r>
              <a:rPr lang="fr-FR" sz="1600" dirty="0" err="1"/>
              <a:t>search?pretty</a:t>
            </a:r>
            <a:r>
              <a:rPr lang="fr-FR" sz="1600" dirty="0"/>
              <a:t>' -H 'Content-Type: application/</a:t>
            </a:r>
            <a:r>
              <a:rPr lang="fr-FR" sz="1600" dirty="0" err="1"/>
              <a:t>json</a:t>
            </a:r>
            <a:r>
              <a:rPr lang="fr-FR" sz="1600" dirty="0"/>
              <a:t>' -d '{"</a:t>
            </a:r>
            <a:r>
              <a:rPr lang="fr-FR" sz="1600" dirty="0" err="1"/>
              <a:t>query</a:t>
            </a:r>
            <a:r>
              <a:rPr lang="fr-FR" sz="1600" dirty="0"/>
              <a:t>": {"</a:t>
            </a:r>
            <a:r>
              <a:rPr lang="fr-FR" sz="1600" dirty="0" err="1"/>
              <a:t>query_string</a:t>
            </a:r>
            <a:r>
              <a:rPr lang="fr-FR" sz="1600" dirty="0"/>
              <a:t>":{"</a:t>
            </a:r>
            <a:r>
              <a:rPr lang="fr-FR" sz="1600" dirty="0" err="1"/>
              <a:t>query</a:t>
            </a:r>
            <a:r>
              <a:rPr lang="fr-FR" sz="1600" dirty="0"/>
              <a:t>":"</a:t>
            </a:r>
            <a:r>
              <a:rPr lang="fr-FR" sz="1600" dirty="0" err="1"/>
              <a:t>elasticsearch</a:t>
            </a:r>
            <a:r>
              <a:rPr lang="fr-FR" sz="1600" dirty="0"/>
              <a:t>"}}}</a:t>
            </a:r>
          </a:p>
          <a:p>
            <a:r>
              <a:rPr lang="fr-FR" sz="1600" dirty="0" err="1"/>
              <a:t>curl</a:t>
            </a:r>
            <a:r>
              <a:rPr lang="fr-FR" sz="1600" dirty="0"/>
              <a:t> -XPOST 'localhost:9200/</a:t>
            </a:r>
            <a:r>
              <a:rPr lang="fr-FR" sz="1600" dirty="0" err="1"/>
              <a:t>get-together</a:t>
            </a:r>
            <a:r>
              <a:rPr lang="fr-FR" sz="1600" dirty="0"/>
              <a:t>/_doc/_</a:t>
            </a:r>
            <a:r>
              <a:rPr lang="fr-FR" sz="1600" dirty="0" err="1"/>
              <a:t>search?pretty</a:t>
            </a:r>
            <a:r>
              <a:rPr lang="fr-FR" sz="1600" dirty="0"/>
              <a:t>' -H 'Content-Type: application/</a:t>
            </a:r>
            <a:r>
              <a:rPr lang="fr-FR" sz="1600" dirty="0" err="1"/>
              <a:t>json</a:t>
            </a:r>
            <a:r>
              <a:rPr lang="fr-FR" sz="1600" dirty="0"/>
              <a:t>' -d '{"</a:t>
            </a:r>
            <a:r>
              <a:rPr lang="fr-FR" sz="1600" dirty="0" err="1"/>
              <a:t>query</a:t>
            </a:r>
            <a:r>
              <a:rPr lang="fr-FR" sz="1600" dirty="0"/>
              <a:t>": {"</a:t>
            </a:r>
            <a:r>
              <a:rPr lang="fr-FR" sz="1600" dirty="0" err="1"/>
              <a:t>term</a:t>
            </a:r>
            <a:r>
              <a:rPr lang="fr-FR" sz="1600" dirty="0"/>
              <a:t>":{"</a:t>
            </a:r>
            <a:r>
              <a:rPr lang="fr-FR" sz="1600" dirty="0" err="1"/>
              <a:t>name</a:t>
            </a:r>
            <a:r>
              <a:rPr lang="fr-FR" sz="1600" dirty="0"/>
              <a:t>":"</a:t>
            </a:r>
            <a:r>
              <a:rPr lang="fr-FR" sz="1600" dirty="0" err="1"/>
              <a:t>elasticsearch</a:t>
            </a:r>
            <a:r>
              <a:rPr lang="fr-FR" sz="1600" dirty="0"/>
              <a:t>"}}}' '</a:t>
            </a:r>
          </a:p>
          <a:p>
            <a:endParaRPr lang="fr-FR" sz="1600" dirty="0"/>
          </a:p>
        </p:txBody>
      </p:sp>
    </p:spTree>
    <p:extLst>
      <p:ext uri="{BB962C8B-B14F-4D97-AF65-F5344CB8AC3E}">
        <p14:creationId xmlns:p14="http://schemas.microsoft.com/office/powerpoint/2010/main" val="1892918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9390ED0-B3E5-29DD-114C-78F771179AAF}"/>
              </a:ext>
            </a:extLst>
          </p:cNvPr>
          <p:cNvSpPr>
            <a:spLocks noGrp="1"/>
          </p:cNvSpPr>
          <p:nvPr>
            <p:ph type="title"/>
          </p:nvPr>
        </p:nvSpPr>
        <p:spPr>
          <a:xfrm>
            <a:off x="1371599" y="294538"/>
            <a:ext cx="9895951" cy="1033669"/>
          </a:xfrm>
        </p:spPr>
        <p:txBody>
          <a:bodyPr>
            <a:normAutofit/>
          </a:bodyPr>
          <a:lstStyle/>
          <a:p>
            <a:r>
              <a:rPr lang="fr-FR" sz="4000">
                <a:solidFill>
                  <a:srgbClr val="FFFFFF"/>
                </a:solidFill>
              </a:rPr>
              <a:t>Références</a:t>
            </a:r>
          </a:p>
        </p:txBody>
      </p:sp>
      <p:sp>
        <p:nvSpPr>
          <p:cNvPr id="3" name="Espace réservé du contenu 2">
            <a:extLst>
              <a:ext uri="{FF2B5EF4-FFF2-40B4-BE49-F238E27FC236}">
                <a16:creationId xmlns:a16="http://schemas.microsoft.com/office/drawing/2014/main" id="{25E474FB-C36E-F0F7-8AB1-6D2F8AC9F241}"/>
              </a:ext>
            </a:extLst>
          </p:cNvPr>
          <p:cNvSpPr>
            <a:spLocks noGrp="1"/>
          </p:cNvSpPr>
          <p:nvPr>
            <p:ph idx="1"/>
          </p:nvPr>
        </p:nvSpPr>
        <p:spPr>
          <a:xfrm>
            <a:off x="1115567" y="2031305"/>
            <a:ext cx="9724031" cy="4378810"/>
          </a:xfrm>
        </p:spPr>
        <p:txBody>
          <a:bodyPr anchor="ctr">
            <a:normAutofit lnSpcReduction="10000"/>
          </a:bodyPr>
          <a:lstStyle/>
          <a:p>
            <a:endParaRPr lang="fr-FR" sz="1400" dirty="0">
              <a:hlinkClick r:id="rId2"/>
            </a:endParaRPr>
          </a:p>
          <a:p>
            <a:pPr marL="0" indent="0">
              <a:buNone/>
            </a:pPr>
            <a:endParaRPr lang="fr-FR" sz="1400" b="1" dirty="0"/>
          </a:p>
          <a:p>
            <a:pPr marL="0" indent="0">
              <a:buNone/>
            </a:pPr>
            <a:r>
              <a:rPr lang="fr-FR" sz="1400" b="1" dirty="0" err="1"/>
              <a:t>Elasticsearch</a:t>
            </a:r>
            <a:r>
              <a:rPr lang="fr-FR" sz="1400" b="1" dirty="0"/>
              <a:t>:</a:t>
            </a:r>
            <a:endParaRPr lang="fr-FR" sz="1400" dirty="0">
              <a:hlinkClick r:id="rId2"/>
            </a:endParaRPr>
          </a:p>
          <a:p>
            <a:r>
              <a:rPr lang="fr-FR" sz="1400" dirty="0">
                <a:hlinkClick r:id="rId2"/>
              </a:rPr>
              <a:t>https://www.elastic.co/docs/get-started/</a:t>
            </a:r>
            <a:endParaRPr lang="fr-FR" sz="1400" dirty="0"/>
          </a:p>
          <a:p>
            <a:r>
              <a:rPr lang="fr-FR" sz="1400" dirty="0">
                <a:hlinkClick r:id="rId3"/>
              </a:rPr>
              <a:t>https://www.elastic.co/docs/reference/query-languages/querydsl</a:t>
            </a:r>
            <a:endParaRPr lang="fr-FR" sz="1400" dirty="0"/>
          </a:p>
          <a:p>
            <a:r>
              <a:rPr lang="fr-FR" sz="1400" dirty="0">
                <a:hlinkClick r:id="rId4"/>
              </a:rPr>
              <a:t>https://www.elastic.co/docs/reference/query-languages/query-dsl/query-dsl-bool-query</a:t>
            </a:r>
            <a:endParaRPr lang="fr-FR" sz="1400" dirty="0"/>
          </a:p>
          <a:p>
            <a:r>
              <a:rPr lang="fr-FR" sz="1400" dirty="0">
                <a:hlinkClick r:id="rId5"/>
              </a:rPr>
              <a:t>https://medium.com/@reshra3893/a-beginners-guide-to-elasticsearch-queries-d0205512de2d</a:t>
            </a:r>
            <a:endParaRPr lang="fr-FR" sz="1400" dirty="0"/>
          </a:p>
          <a:p>
            <a:r>
              <a:rPr lang="fr-FR" sz="1400" dirty="0">
                <a:hlinkClick r:id="rId6"/>
              </a:rPr>
              <a:t>https://blog.miraclesoft.com/find-answers-that-matter-in-real-time-with-elasticsearch/#respond</a:t>
            </a:r>
            <a:endParaRPr lang="fr-FR" sz="1400" dirty="0"/>
          </a:p>
          <a:p>
            <a:r>
              <a:rPr lang="fr-FR" sz="1400" dirty="0">
                <a:hlinkClick r:id="rId7"/>
              </a:rPr>
              <a:t>https://www.learncsdesign.com/demystifying-elasticsearch-understanding-nodes-clusters-shards-and-indices-part-2/</a:t>
            </a:r>
            <a:endParaRPr lang="fr-FR" sz="1400" dirty="0"/>
          </a:p>
          <a:p>
            <a:pPr marL="0" indent="0">
              <a:buNone/>
            </a:pPr>
            <a:r>
              <a:rPr lang="fr-FR" sz="1400" b="1" dirty="0"/>
              <a:t>ELK:</a:t>
            </a:r>
          </a:p>
          <a:p>
            <a:r>
              <a:rPr lang="fr-FR" sz="1400" dirty="0">
                <a:hlinkClick r:id="rId8"/>
              </a:rPr>
              <a:t>https://www.elastic.co/blog/how-to-keep-elasticsearch-synchronized-with-a-relational-database-using-logstash</a:t>
            </a:r>
            <a:endParaRPr lang="fr-FR" sz="1400" dirty="0"/>
          </a:p>
          <a:p>
            <a:r>
              <a:rPr lang="fr-FR" sz="1400" dirty="0">
                <a:hlinkClick r:id="rId9"/>
              </a:rPr>
              <a:t>https://www.elastic.co/search-labs/blog/elasticsearch-logstash-ingest-data</a:t>
            </a:r>
            <a:endParaRPr lang="fr-FR" sz="1400" dirty="0"/>
          </a:p>
          <a:p>
            <a:r>
              <a:rPr lang="fr-FR" sz="1400" dirty="0">
                <a:hlinkClick r:id="rId10"/>
              </a:rPr>
              <a:t>https://www.care247.tech/blog/elk-stack-get-started-with-elasticsearch-logstash-kibana-beats-860/details</a:t>
            </a:r>
            <a:endParaRPr lang="fr-FR" sz="1400" dirty="0"/>
          </a:p>
          <a:p>
            <a:r>
              <a:rPr lang="fr-FR" sz="1400" dirty="0">
                <a:hlinkClick r:id="rId11"/>
              </a:rPr>
              <a:t>https://medium.com/@amin.mirzaee/logstash-pipeline-from-sql-server-to-elastic-search-17c05a6b4a1e</a:t>
            </a:r>
            <a:endParaRPr lang="fr-FR" sz="1400" dirty="0"/>
          </a:p>
          <a:p>
            <a:endParaRPr lang="fr-FR" sz="1400" dirty="0"/>
          </a:p>
          <a:p>
            <a:endParaRPr lang="fr-FR" sz="1400" dirty="0"/>
          </a:p>
          <a:p>
            <a:endParaRPr lang="fr-FR" sz="1400" dirty="0"/>
          </a:p>
          <a:p>
            <a:endParaRPr lang="fr-FR" sz="1400" dirty="0"/>
          </a:p>
        </p:txBody>
      </p:sp>
    </p:spTree>
    <p:extLst>
      <p:ext uri="{BB962C8B-B14F-4D97-AF65-F5344CB8AC3E}">
        <p14:creationId xmlns:p14="http://schemas.microsoft.com/office/powerpoint/2010/main" val="273058175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2470</TotalTime>
  <Words>1936</Words>
  <Application>Microsoft Office PowerPoint</Application>
  <PresentationFormat>Grand écran</PresentationFormat>
  <Paragraphs>213</Paragraphs>
  <Slides>26</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26</vt:i4>
      </vt:variant>
    </vt:vector>
  </HeadingPairs>
  <TitlesOfParts>
    <vt:vector size="32" baseType="lpstr">
      <vt:lpstr>Aptos</vt:lpstr>
      <vt:lpstr>Aptos Display</vt:lpstr>
      <vt:lpstr>Arial</vt:lpstr>
      <vt:lpstr>Courier New</vt:lpstr>
      <vt:lpstr>Wingdings</vt:lpstr>
      <vt:lpstr>Thème Office</vt:lpstr>
      <vt:lpstr>ELASTICSEARCH</vt:lpstr>
      <vt:lpstr>Elasticsearch</vt:lpstr>
      <vt:lpstr>Principaux concepts</vt:lpstr>
      <vt:lpstr>Elasticsearch -Architecture</vt:lpstr>
      <vt:lpstr>Elasticsearch - Shards</vt:lpstr>
      <vt:lpstr>Elasticsearch- Représentation Logique et Physique</vt:lpstr>
      <vt:lpstr>Elasticsearch- Indexation &amp; Recherche</vt:lpstr>
      <vt:lpstr>Communiquer avec Elasticsearch</vt:lpstr>
      <vt:lpstr>Création  d’un Index</vt:lpstr>
      <vt:lpstr>Insérer un Document</vt:lpstr>
      <vt:lpstr>Query – Match_all</vt:lpstr>
      <vt:lpstr>Analyse de la réponse d’une Query</vt:lpstr>
      <vt:lpstr>Query -Match</vt:lpstr>
      <vt:lpstr>Query – Match_ Phrase</vt:lpstr>
      <vt:lpstr>Query –Query_String</vt:lpstr>
      <vt:lpstr>Query – Term</vt:lpstr>
      <vt:lpstr>Query – Terms</vt:lpstr>
      <vt:lpstr>Query – Prefix</vt:lpstr>
      <vt:lpstr>Query – Regex</vt:lpstr>
      <vt:lpstr>Query – Wilcard</vt:lpstr>
      <vt:lpstr>Query – Range</vt:lpstr>
      <vt:lpstr>Query – Bool</vt:lpstr>
      <vt:lpstr>Autres Exemples de Query</vt:lpstr>
      <vt:lpstr>Exemples de requêtes sur  l’index « cluster_redis» de 12k </vt:lpstr>
      <vt:lpstr>Autres exemples de recherches avec CURL</vt:lpstr>
      <vt:lpstr>Références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Orphée ADYA MOAPA</dc:creator>
  <cp:lastModifiedBy>Orphée ADYA MOAPA</cp:lastModifiedBy>
  <cp:revision>1</cp:revision>
  <dcterms:created xsi:type="dcterms:W3CDTF">2025-10-19T00:06:35Z</dcterms:created>
  <dcterms:modified xsi:type="dcterms:W3CDTF">2025-10-21T12:43:03Z</dcterms:modified>
</cp:coreProperties>
</file>